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670550" cx="10080625"/>
  <p:notesSz cx="7559675" cy="106918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25b4a7116a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125b4a7116a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38f241ee0e_0_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138f241ee0e_0_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38f241ee0e_0_2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138f241ee0e_0_2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38f241ee0e_0_2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138f241ee0e_0_2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38f241ee0e_0_3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138f241ee0e_0_3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8f241ee0e_0_4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138f241ee0e_0_4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8f241ee0e_0_4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138f241ee0e_0_4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38f241ee0e_0_5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138f241ee0e_0_5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38f241ee0e_0_6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138f241ee0e_0_6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8f241ee0e_0_7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138f241ee0e_0_7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8f241ee0e_0_8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138f241ee0e_0_8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38f241ee0e_0_9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138f241ee0e_0_9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38f241ee0e_0_9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138f241ee0e_0_9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5293decf91_0_2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15293decf91_0_2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5293decf91_0_3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15293decf91_0_3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8f241ee0e_0_105: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138f241ee0e_0_105: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38f241ee0e_0_11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138f241ee0e_0_1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5293decf91_0_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15293decf91_0_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38f241ee0e_0_11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138f241ee0e_0_11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5293decf91_0_14: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15293decf91_0_14: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28dbd1e04b_0_1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128dbd1e04b_0_1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5293decf91_0_4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15293decf91_0_4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5293decf91_0_5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15293decf91_0_5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5293decf91_0_6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15293decf91_0_6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5293decf91_0_4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15293decf91_0_4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43637" y="820871"/>
            <a:ext cx="9393300" cy="22629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700"/>
              <a:buChar char="●"/>
              <a:defRPr sz="5700"/>
            </a:lvl1pPr>
            <a:lvl2pPr lvl="1" algn="ctr">
              <a:spcBef>
                <a:spcPts val="0"/>
              </a:spcBef>
              <a:spcAft>
                <a:spcPts val="0"/>
              </a:spcAft>
              <a:buSzPts val="5700"/>
              <a:buChar char="○"/>
              <a:defRPr sz="5700"/>
            </a:lvl2pPr>
            <a:lvl3pPr lvl="2" algn="ctr">
              <a:spcBef>
                <a:spcPts val="0"/>
              </a:spcBef>
              <a:spcAft>
                <a:spcPts val="0"/>
              </a:spcAft>
              <a:buSzPts val="5700"/>
              <a:buChar char="■"/>
              <a:defRPr sz="5700"/>
            </a:lvl3pPr>
            <a:lvl4pPr lvl="3" algn="ctr">
              <a:spcBef>
                <a:spcPts val="0"/>
              </a:spcBef>
              <a:spcAft>
                <a:spcPts val="0"/>
              </a:spcAft>
              <a:buSzPts val="5700"/>
              <a:buChar char="●"/>
              <a:defRPr sz="5700"/>
            </a:lvl4pPr>
            <a:lvl5pPr lvl="4" algn="ctr">
              <a:spcBef>
                <a:spcPts val="0"/>
              </a:spcBef>
              <a:spcAft>
                <a:spcPts val="0"/>
              </a:spcAft>
              <a:buSzPts val="5700"/>
              <a:buChar char="○"/>
              <a:defRPr sz="5700"/>
            </a:lvl5pPr>
            <a:lvl6pPr lvl="5" algn="ctr">
              <a:spcBef>
                <a:spcPts val="0"/>
              </a:spcBef>
              <a:spcAft>
                <a:spcPts val="0"/>
              </a:spcAft>
              <a:buSzPts val="5700"/>
              <a:buChar char="■"/>
              <a:defRPr sz="5700"/>
            </a:lvl6pPr>
            <a:lvl7pPr lvl="6" algn="ctr">
              <a:spcBef>
                <a:spcPts val="0"/>
              </a:spcBef>
              <a:spcAft>
                <a:spcPts val="0"/>
              </a:spcAft>
              <a:buSzPts val="5700"/>
              <a:buChar char="●"/>
              <a:defRPr sz="5700"/>
            </a:lvl7pPr>
            <a:lvl8pPr lvl="7" algn="ctr">
              <a:spcBef>
                <a:spcPts val="0"/>
              </a:spcBef>
              <a:spcAft>
                <a:spcPts val="0"/>
              </a:spcAft>
              <a:buSzPts val="5700"/>
              <a:buChar char="○"/>
              <a:defRPr sz="5700"/>
            </a:lvl8pPr>
            <a:lvl9pPr lvl="8" algn="ctr">
              <a:spcBef>
                <a:spcPts val="0"/>
              </a:spcBef>
              <a:spcAft>
                <a:spcPts val="0"/>
              </a:spcAft>
              <a:buSzPts val="5700"/>
              <a:buChar char="■"/>
              <a:defRPr sz="5700"/>
            </a:lvl9pPr>
          </a:lstStyle>
          <a:p/>
        </p:txBody>
      </p:sp>
      <p:sp>
        <p:nvSpPr>
          <p:cNvPr id="13" name="Google Shape;13;p2"/>
          <p:cNvSpPr txBox="1"/>
          <p:nvPr>
            <p:ph idx="1" type="subTitle"/>
          </p:nvPr>
        </p:nvSpPr>
        <p:spPr>
          <a:xfrm>
            <a:off x="343628" y="3124535"/>
            <a:ext cx="9393300" cy="87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4" name="Google Shape;14;p2"/>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43628" y="2371246"/>
            <a:ext cx="9393300" cy="928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4000"/>
              <a:buChar char="●"/>
              <a:defRPr sz="4000"/>
            </a:lvl1pPr>
            <a:lvl2pPr lvl="1" algn="ctr">
              <a:spcBef>
                <a:spcPts val="0"/>
              </a:spcBef>
              <a:spcAft>
                <a:spcPts val="0"/>
              </a:spcAft>
              <a:buSzPts val="4000"/>
              <a:buChar char="○"/>
              <a:defRPr sz="4000"/>
            </a:lvl2pPr>
            <a:lvl3pPr lvl="2" algn="ctr">
              <a:spcBef>
                <a:spcPts val="0"/>
              </a:spcBef>
              <a:spcAft>
                <a:spcPts val="0"/>
              </a:spcAft>
              <a:buSzPts val="4000"/>
              <a:buChar char="■"/>
              <a:defRPr sz="4000"/>
            </a:lvl3pPr>
            <a:lvl4pPr lvl="3" algn="ctr">
              <a:spcBef>
                <a:spcPts val="0"/>
              </a:spcBef>
              <a:spcAft>
                <a:spcPts val="0"/>
              </a:spcAft>
              <a:buSzPts val="4000"/>
              <a:buChar char="●"/>
              <a:defRPr sz="4000"/>
            </a:lvl4pPr>
            <a:lvl5pPr lvl="4" algn="ctr">
              <a:spcBef>
                <a:spcPts val="0"/>
              </a:spcBef>
              <a:spcAft>
                <a:spcPts val="0"/>
              </a:spcAft>
              <a:buSzPts val="4000"/>
              <a:buChar char="○"/>
              <a:defRPr sz="4000"/>
            </a:lvl5pPr>
            <a:lvl6pPr lvl="5" algn="ctr">
              <a:spcBef>
                <a:spcPts val="0"/>
              </a:spcBef>
              <a:spcAft>
                <a:spcPts val="0"/>
              </a:spcAft>
              <a:buSzPts val="4000"/>
              <a:buChar char="■"/>
              <a:defRPr sz="4000"/>
            </a:lvl6pPr>
            <a:lvl7pPr lvl="6" algn="ctr">
              <a:spcBef>
                <a:spcPts val="0"/>
              </a:spcBef>
              <a:spcAft>
                <a:spcPts val="0"/>
              </a:spcAft>
              <a:buSzPts val="4000"/>
              <a:buChar char="●"/>
              <a:defRPr sz="4000"/>
            </a:lvl7pPr>
            <a:lvl8pPr lvl="7" algn="ctr">
              <a:spcBef>
                <a:spcPts val="0"/>
              </a:spcBef>
              <a:spcAft>
                <a:spcPts val="0"/>
              </a:spcAft>
              <a:buSzPts val="4000"/>
              <a:buChar char="○"/>
              <a:defRPr sz="4000"/>
            </a:lvl8pPr>
            <a:lvl9pPr lvl="8" algn="ctr">
              <a:spcBef>
                <a:spcPts val="0"/>
              </a:spcBef>
              <a:spcAft>
                <a:spcPts val="0"/>
              </a:spcAft>
              <a:buSzPts val="4000"/>
              <a:buChar char="■"/>
              <a:defRPr sz="4000"/>
            </a:lvl9pPr>
          </a:lstStyle>
          <a:p/>
        </p:txBody>
      </p:sp>
      <p:sp>
        <p:nvSpPr>
          <p:cNvPr id="17" name="Google Shape;17;p3"/>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 name="Google Shape;20;p4"/>
          <p:cNvSpPr txBox="1"/>
          <p:nvPr>
            <p:ph idx="1" type="body"/>
          </p:nvPr>
        </p:nvSpPr>
        <p:spPr>
          <a:xfrm>
            <a:off x="343665" y="1259443"/>
            <a:ext cx="9393300" cy="3766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4" name="Google Shape;24;p5"/>
          <p:cNvSpPr txBox="1"/>
          <p:nvPr>
            <p:ph idx="1" type="body"/>
          </p:nvPr>
        </p:nvSpPr>
        <p:spPr>
          <a:xfrm>
            <a:off x="343628" y="1270568"/>
            <a:ext cx="4409700" cy="37665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25" name="Google Shape;25;p5"/>
          <p:cNvSpPr txBox="1"/>
          <p:nvPr>
            <p:ph idx="2" type="body"/>
          </p:nvPr>
        </p:nvSpPr>
        <p:spPr>
          <a:xfrm>
            <a:off x="5327385" y="1270568"/>
            <a:ext cx="4409700" cy="37665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26" name="Google Shape;26;p5"/>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43628" y="490626"/>
            <a:ext cx="9393300" cy="631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9" name="Google Shape;29;p6"/>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43628" y="612532"/>
            <a:ext cx="3095700" cy="833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600"/>
              <a:buChar char="●"/>
              <a:defRPr sz="2600"/>
            </a:lvl1pPr>
            <a:lvl2pPr lvl="1">
              <a:spcBef>
                <a:spcPts val="0"/>
              </a:spcBef>
              <a:spcAft>
                <a:spcPts val="0"/>
              </a:spcAft>
              <a:buSzPts val="2600"/>
              <a:buChar char="○"/>
              <a:defRPr sz="2600"/>
            </a:lvl2pPr>
            <a:lvl3pPr lvl="2">
              <a:spcBef>
                <a:spcPts val="0"/>
              </a:spcBef>
              <a:spcAft>
                <a:spcPts val="0"/>
              </a:spcAft>
              <a:buSzPts val="2600"/>
              <a:buChar char="■"/>
              <a:defRPr sz="2600"/>
            </a:lvl3pPr>
            <a:lvl4pPr lvl="3">
              <a:spcBef>
                <a:spcPts val="0"/>
              </a:spcBef>
              <a:spcAft>
                <a:spcPts val="0"/>
              </a:spcAft>
              <a:buSzPts val="2600"/>
              <a:buChar char="●"/>
              <a:defRPr sz="2600"/>
            </a:lvl4pPr>
            <a:lvl5pPr lvl="4">
              <a:spcBef>
                <a:spcPts val="0"/>
              </a:spcBef>
              <a:spcAft>
                <a:spcPts val="0"/>
              </a:spcAft>
              <a:buSzPts val="2600"/>
              <a:buChar char="○"/>
              <a:defRPr sz="2600"/>
            </a:lvl5pPr>
            <a:lvl6pPr lvl="5">
              <a:spcBef>
                <a:spcPts val="0"/>
              </a:spcBef>
              <a:spcAft>
                <a:spcPts val="0"/>
              </a:spcAft>
              <a:buSzPts val="2600"/>
              <a:buChar char="■"/>
              <a:defRPr sz="2600"/>
            </a:lvl6pPr>
            <a:lvl7pPr lvl="6">
              <a:spcBef>
                <a:spcPts val="0"/>
              </a:spcBef>
              <a:spcAft>
                <a:spcPts val="0"/>
              </a:spcAft>
              <a:buSzPts val="2600"/>
              <a:buChar char="●"/>
              <a:defRPr sz="2600"/>
            </a:lvl7pPr>
            <a:lvl8pPr lvl="7">
              <a:spcBef>
                <a:spcPts val="0"/>
              </a:spcBef>
              <a:spcAft>
                <a:spcPts val="0"/>
              </a:spcAft>
              <a:buSzPts val="2600"/>
              <a:buChar char="○"/>
              <a:defRPr sz="2600"/>
            </a:lvl8pPr>
            <a:lvl9pPr lvl="8">
              <a:spcBef>
                <a:spcPts val="0"/>
              </a:spcBef>
              <a:spcAft>
                <a:spcPts val="0"/>
              </a:spcAft>
              <a:buSzPts val="2600"/>
              <a:buChar char="■"/>
              <a:defRPr sz="2600"/>
            </a:lvl9pPr>
          </a:lstStyle>
          <a:p/>
        </p:txBody>
      </p:sp>
      <p:sp>
        <p:nvSpPr>
          <p:cNvPr id="32" name="Google Shape;32;p7"/>
          <p:cNvSpPr txBox="1"/>
          <p:nvPr>
            <p:ph idx="1" type="body"/>
          </p:nvPr>
        </p:nvSpPr>
        <p:spPr>
          <a:xfrm>
            <a:off x="343628" y="1531991"/>
            <a:ext cx="3095700" cy="3505200"/>
          </a:xfrm>
          <a:prstGeom prst="rect">
            <a:avLst/>
          </a:prstGeom>
          <a:noFill/>
          <a:ln>
            <a:noFill/>
          </a:ln>
        </p:spPr>
        <p:txBody>
          <a:bodyPr anchorCtr="0" anchor="ctr" bIns="91425" lIns="91425" spcFirstLastPara="1" rIns="91425" wrap="square" tIns="91425">
            <a:noAutofit/>
          </a:bodyPr>
          <a:lstStyle>
            <a:lvl1pPr indent="-311150" lvl="0" marL="457200">
              <a:spcBef>
                <a:spcPts val="0"/>
              </a:spcBef>
              <a:spcAft>
                <a:spcPts val="0"/>
              </a:spcAft>
              <a:buSzPts val="1300"/>
              <a:buChar char="●"/>
              <a:defRPr sz="13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33" name="Google Shape;33;p7"/>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540467" y="496276"/>
            <a:ext cx="7020000" cy="45099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5300"/>
              <a:buChar char="●"/>
              <a:defRPr sz="5300"/>
            </a:lvl1pPr>
            <a:lvl2pPr lvl="1">
              <a:spcBef>
                <a:spcPts val="0"/>
              </a:spcBef>
              <a:spcAft>
                <a:spcPts val="0"/>
              </a:spcAft>
              <a:buSzPts val="5300"/>
              <a:buChar char="○"/>
              <a:defRPr sz="5300"/>
            </a:lvl2pPr>
            <a:lvl3pPr lvl="2">
              <a:spcBef>
                <a:spcPts val="0"/>
              </a:spcBef>
              <a:spcAft>
                <a:spcPts val="0"/>
              </a:spcAft>
              <a:buSzPts val="5300"/>
              <a:buChar char="■"/>
              <a:defRPr sz="5300"/>
            </a:lvl3pPr>
            <a:lvl4pPr lvl="3">
              <a:spcBef>
                <a:spcPts val="0"/>
              </a:spcBef>
              <a:spcAft>
                <a:spcPts val="0"/>
              </a:spcAft>
              <a:buSzPts val="5300"/>
              <a:buChar char="●"/>
              <a:defRPr sz="5300"/>
            </a:lvl4pPr>
            <a:lvl5pPr lvl="4">
              <a:spcBef>
                <a:spcPts val="0"/>
              </a:spcBef>
              <a:spcAft>
                <a:spcPts val="0"/>
              </a:spcAft>
              <a:buSzPts val="5300"/>
              <a:buChar char="○"/>
              <a:defRPr sz="5300"/>
            </a:lvl5pPr>
            <a:lvl6pPr lvl="5">
              <a:spcBef>
                <a:spcPts val="0"/>
              </a:spcBef>
              <a:spcAft>
                <a:spcPts val="0"/>
              </a:spcAft>
              <a:buSzPts val="5300"/>
              <a:buChar char="■"/>
              <a:defRPr sz="5300"/>
            </a:lvl6pPr>
            <a:lvl7pPr lvl="6">
              <a:spcBef>
                <a:spcPts val="0"/>
              </a:spcBef>
              <a:spcAft>
                <a:spcPts val="0"/>
              </a:spcAft>
              <a:buSzPts val="5300"/>
              <a:buChar char="●"/>
              <a:defRPr sz="5300"/>
            </a:lvl7pPr>
            <a:lvl8pPr lvl="7">
              <a:spcBef>
                <a:spcPts val="0"/>
              </a:spcBef>
              <a:spcAft>
                <a:spcPts val="0"/>
              </a:spcAft>
              <a:buSzPts val="5300"/>
              <a:buChar char="○"/>
              <a:defRPr sz="5300"/>
            </a:lvl8pPr>
            <a:lvl9pPr lvl="8">
              <a:spcBef>
                <a:spcPts val="0"/>
              </a:spcBef>
              <a:spcAft>
                <a:spcPts val="0"/>
              </a:spcAft>
              <a:buSzPts val="5300"/>
              <a:buChar char="■"/>
              <a:defRPr sz="5300"/>
            </a:lvl9pPr>
          </a:lstStyle>
          <a:p/>
        </p:txBody>
      </p:sp>
      <p:sp>
        <p:nvSpPr>
          <p:cNvPr id="36" name="Google Shape;36;p8"/>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5040313" y="-138"/>
            <a:ext cx="5040300" cy="5670600"/>
          </a:xfrm>
          <a:prstGeom prst="rect">
            <a:avLst/>
          </a:prstGeom>
          <a:solidFill>
            <a:schemeClr val="lt2"/>
          </a:solidFill>
          <a:ln>
            <a:noFill/>
          </a:ln>
        </p:spPr>
        <p:txBody>
          <a:bodyPr anchorCtr="0" anchor="ctr" bIns="100800" lIns="100800" spcFirstLastPara="1" rIns="100800" wrap="square" tIns="100800">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92695" y="1359537"/>
            <a:ext cx="4459500" cy="16341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600"/>
              <a:buChar char="●"/>
              <a:defRPr sz="4600"/>
            </a:lvl1pPr>
            <a:lvl2pPr lvl="1" algn="ctr">
              <a:spcBef>
                <a:spcPts val="0"/>
              </a:spcBef>
              <a:spcAft>
                <a:spcPts val="0"/>
              </a:spcAft>
              <a:buSzPts val="4600"/>
              <a:buChar char="○"/>
              <a:defRPr sz="4600"/>
            </a:lvl2pPr>
            <a:lvl3pPr lvl="2" algn="ctr">
              <a:spcBef>
                <a:spcPts val="0"/>
              </a:spcBef>
              <a:spcAft>
                <a:spcPts val="0"/>
              </a:spcAft>
              <a:buSzPts val="4600"/>
              <a:buChar char="■"/>
              <a:defRPr sz="4600"/>
            </a:lvl3pPr>
            <a:lvl4pPr lvl="3" algn="ctr">
              <a:spcBef>
                <a:spcPts val="0"/>
              </a:spcBef>
              <a:spcAft>
                <a:spcPts val="0"/>
              </a:spcAft>
              <a:buSzPts val="4600"/>
              <a:buChar char="●"/>
              <a:defRPr sz="4600"/>
            </a:lvl4pPr>
            <a:lvl5pPr lvl="4" algn="ctr">
              <a:spcBef>
                <a:spcPts val="0"/>
              </a:spcBef>
              <a:spcAft>
                <a:spcPts val="0"/>
              </a:spcAft>
              <a:buSzPts val="4600"/>
              <a:buChar char="○"/>
              <a:defRPr sz="4600"/>
            </a:lvl5pPr>
            <a:lvl6pPr lvl="5" algn="ctr">
              <a:spcBef>
                <a:spcPts val="0"/>
              </a:spcBef>
              <a:spcAft>
                <a:spcPts val="0"/>
              </a:spcAft>
              <a:buSzPts val="4600"/>
              <a:buChar char="■"/>
              <a:defRPr sz="4600"/>
            </a:lvl6pPr>
            <a:lvl7pPr lvl="6" algn="ctr">
              <a:spcBef>
                <a:spcPts val="0"/>
              </a:spcBef>
              <a:spcAft>
                <a:spcPts val="0"/>
              </a:spcAft>
              <a:buSzPts val="4600"/>
              <a:buChar char="●"/>
              <a:defRPr sz="4600"/>
            </a:lvl7pPr>
            <a:lvl8pPr lvl="7" algn="ctr">
              <a:spcBef>
                <a:spcPts val="0"/>
              </a:spcBef>
              <a:spcAft>
                <a:spcPts val="0"/>
              </a:spcAft>
              <a:buSzPts val="4600"/>
              <a:buChar char="○"/>
              <a:defRPr sz="4600"/>
            </a:lvl8pPr>
            <a:lvl9pPr lvl="8" algn="ctr">
              <a:spcBef>
                <a:spcPts val="0"/>
              </a:spcBef>
              <a:spcAft>
                <a:spcPts val="0"/>
              </a:spcAft>
              <a:buSzPts val="4600"/>
              <a:buChar char="■"/>
              <a:defRPr sz="4600"/>
            </a:lvl9pPr>
          </a:lstStyle>
          <a:p/>
        </p:txBody>
      </p:sp>
      <p:sp>
        <p:nvSpPr>
          <p:cNvPr id="40" name="Google Shape;40;p9"/>
          <p:cNvSpPr txBox="1"/>
          <p:nvPr>
            <p:ph idx="1" type="subTitle"/>
          </p:nvPr>
        </p:nvSpPr>
        <p:spPr>
          <a:xfrm>
            <a:off x="292695" y="3090304"/>
            <a:ext cx="4459500" cy="1361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41" name="Google Shape;41;p9"/>
          <p:cNvSpPr txBox="1"/>
          <p:nvPr>
            <p:ph idx="2" type="body"/>
          </p:nvPr>
        </p:nvSpPr>
        <p:spPr>
          <a:xfrm>
            <a:off x="5445456" y="798270"/>
            <a:ext cx="4230000" cy="40737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43628" y="4664078"/>
            <a:ext cx="6613200" cy="6672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45" name="Google Shape;45;p10"/>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43628" y="1219469"/>
            <a:ext cx="9393300" cy="2164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3200"/>
              <a:buChar char="●"/>
              <a:defRPr sz="13200"/>
            </a:lvl1pPr>
            <a:lvl2pPr lvl="1" algn="ctr">
              <a:spcBef>
                <a:spcPts val="0"/>
              </a:spcBef>
              <a:spcAft>
                <a:spcPts val="0"/>
              </a:spcAft>
              <a:buSzPts val="13200"/>
              <a:buChar char="○"/>
              <a:defRPr sz="13200"/>
            </a:lvl2pPr>
            <a:lvl3pPr lvl="2" algn="ctr">
              <a:spcBef>
                <a:spcPts val="0"/>
              </a:spcBef>
              <a:spcAft>
                <a:spcPts val="0"/>
              </a:spcAft>
              <a:buSzPts val="13200"/>
              <a:buChar char="■"/>
              <a:defRPr sz="13200"/>
            </a:lvl3pPr>
            <a:lvl4pPr lvl="3" algn="ctr">
              <a:spcBef>
                <a:spcPts val="0"/>
              </a:spcBef>
              <a:spcAft>
                <a:spcPts val="0"/>
              </a:spcAft>
              <a:buSzPts val="13200"/>
              <a:buChar char="●"/>
              <a:defRPr sz="13200"/>
            </a:lvl4pPr>
            <a:lvl5pPr lvl="4" algn="ctr">
              <a:spcBef>
                <a:spcPts val="0"/>
              </a:spcBef>
              <a:spcAft>
                <a:spcPts val="0"/>
              </a:spcAft>
              <a:buSzPts val="13200"/>
              <a:buChar char="○"/>
              <a:defRPr sz="13200"/>
            </a:lvl5pPr>
            <a:lvl6pPr lvl="5" algn="ctr">
              <a:spcBef>
                <a:spcPts val="0"/>
              </a:spcBef>
              <a:spcAft>
                <a:spcPts val="0"/>
              </a:spcAft>
              <a:buSzPts val="13200"/>
              <a:buChar char="■"/>
              <a:defRPr sz="13200"/>
            </a:lvl6pPr>
            <a:lvl7pPr lvl="6" algn="ctr">
              <a:spcBef>
                <a:spcPts val="0"/>
              </a:spcBef>
              <a:spcAft>
                <a:spcPts val="0"/>
              </a:spcAft>
              <a:buSzPts val="13200"/>
              <a:buChar char="●"/>
              <a:defRPr sz="13200"/>
            </a:lvl7pPr>
            <a:lvl8pPr lvl="7" algn="ctr">
              <a:spcBef>
                <a:spcPts val="0"/>
              </a:spcBef>
              <a:spcAft>
                <a:spcPts val="0"/>
              </a:spcAft>
              <a:buSzPts val="13200"/>
              <a:buChar char="○"/>
              <a:defRPr sz="13200"/>
            </a:lvl8pPr>
            <a:lvl9pPr lvl="8" algn="ctr">
              <a:spcBef>
                <a:spcPts val="0"/>
              </a:spcBef>
              <a:spcAft>
                <a:spcPts val="0"/>
              </a:spcAft>
              <a:buSzPts val="13200"/>
              <a:buChar char="■"/>
              <a:defRPr sz="13200"/>
            </a:lvl9pPr>
          </a:lstStyle>
          <a:p>
            <a:r>
              <a:t>xx%</a:t>
            </a:r>
          </a:p>
        </p:txBody>
      </p:sp>
      <p:sp>
        <p:nvSpPr>
          <p:cNvPr id="48" name="Google Shape;48;p11"/>
          <p:cNvSpPr txBox="1"/>
          <p:nvPr>
            <p:ph idx="1" type="body"/>
          </p:nvPr>
        </p:nvSpPr>
        <p:spPr>
          <a:xfrm>
            <a:off x="343628" y="3475231"/>
            <a:ext cx="9393300" cy="14340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3" name="Shape 53"/>
        <p:cNvGrpSpPr/>
        <p:nvPr/>
      </p:nvGrpSpPr>
      <p:grpSpPr>
        <a:xfrm>
          <a:off x="0" y="0"/>
          <a:ext cx="0" cy="0"/>
          <a:chOff x="0" y="0"/>
          <a:chExt cx="0" cy="0"/>
        </a:xfrm>
      </p:grpSpPr>
      <p:sp>
        <p:nvSpPr>
          <p:cNvPr id="54" name="Google Shape;54;p14"/>
          <p:cNvSpPr txBox="1"/>
          <p:nvPr>
            <p:ph type="title"/>
          </p:nvPr>
        </p:nvSpPr>
        <p:spPr>
          <a:xfrm>
            <a:off x="504000" y="565560"/>
            <a:ext cx="9071700" cy="9465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 name="Google Shape;55;p14"/>
          <p:cNvSpPr txBox="1"/>
          <p:nvPr>
            <p:ph idx="1" type="body"/>
          </p:nvPr>
        </p:nvSpPr>
        <p:spPr>
          <a:xfrm>
            <a:off x="504000" y="1656000"/>
            <a:ext cx="9071700" cy="2958900"/>
          </a:xfrm>
          <a:prstGeom prst="rect">
            <a:avLst/>
          </a:prstGeom>
          <a:noFill/>
          <a:ln>
            <a:noFill/>
          </a:ln>
        </p:spPr>
        <p:txBody>
          <a:bodyPr anchorCtr="0" anchor="t" bIns="0" lIns="0" spcFirstLastPara="1" rIns="0" wrap="square" tIns="0">
            <a:normAutofit/>
          </a:bodyPr>
          <a:lstStyle>
            <a:lvl1pPr indent="-228600" lvl="0" marL="457200" rtl="0" algn="l">
              <a:spcBef>
                <a:spcPts val="0"/>
              </a:spcBef>
              <a:spcAft>
                <a:spcPts val="0"/>
              </a:spcAft>
              <a:buSzPts val="1400"/>
              <a:buNone/>
              <a:defRPr/>
            </a:lvl1pPr>
            <a:lvl2pPr indent="-228600" lvl="1" marL="914400" rtl="0" algn="l">
              <a:spcBef>
                <a:spcPts val="0"/>
              </a:spcBef>
              <a:spcAft>
                <a:spcPts val="0"/>
              </a:spcAft>
              <a:buSzPts val="1400"/>
              <a:buNone/>
              <a:defRPr/>
            </a:lvl2pPr>
            <a:lvl3pPr indent="-228600" lvl="2" marL="1371600" rtl="0" algn="l">
              <a:spcBef>
                <a:spcPts val="0"/>
              </a:spcBef>
              <a:spcAft>
                <a:spcPts val="0"/>
              </a:spcAft>
              <a:buSzPts val="1400"/>
              <a:buNone/>
              <a:defRPr/>
            </a:lvl3pPr>
            <a:lvl4pPr indent="-228600" lvl="3" marL="1828800" rtl="0" algn="l">
              <a:spcBef>
                <a:spcPts val="0"/>
              </a:spcBef>
              <a:spcAft>
                <a:spcPts val="0"/>
              </a:spcAft>
              <a:buSzPts val="1400"/>
              <a:buNone/>
              <a:defRPr/>
            </a:lvl4pPr>
            <a:lvl5pPr indent="-228600" lvl="4" marL="2286000" rtl="0" algn="l">
              <a:spcBef>
                <a:spcPts val="0"/>
              </a:spcBef>
              <a:spcAft>
                <a:spcPts val="0"/>
              </a:spcAft>
              <a:buSzPts val="1400"/>
              <a:buNone/>
              <a:defRPr/>
            </a:lvl5pPr>
            <a:lvl6pPr indent="-228600" lvl="5" marL="2743200" rtl="0" algn="l">
              <a:spcBef>
                <a:spcPts val="0"/>
              </a:spcBef>
              <a:spcAft>
                <a:spcPts val="0"/>
              </a:spcAft>
              <a:buSzPts val="1400"/>
              <a:buNone/>
              <a:defRPr/>
            </a:lvl6pPr>
            <a:lvl7pPr indent="-228600" lvl="6" marL="3200400" rtl="0" algn="l">
              <a:spcBef>
                <a:spcPts val="0"/>
              </a:spcBef>
              <a:spcAft>
                <a:spcPts val="0"/>
              </a:spcAft>
              <a:buSzPts val="1400"/>
              <a:buNone/>
              <a:defRPr/>
            </a:lvl7pPr>
            <a:lvl8pPr indent="-228600" lvl="7" marL="3657600" rtl="0" algn="l">
              <a:spcBef>
                <a:spcPts val="0"/>
              </a:spcBef>
              <a:spcAft>
                <a:spcPts val="0"/>
              </a:spcAft>
              <a:buSzPts val="1400"/>
              <a:buNone/>
              <a:defRPr/>
            </a:lvl8pPr>
            <a:lvl9pPr indent="-228600" lvl="8" marL="4114800" rtl="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lvl="0" algn="r">
              <a:buNone/>
              <a:defRPr sz="1100">
                <a:solidFill>
                  <a:schemeClr val="dk2"/>
                </a:solidFill>
              </a:defRPr>
            </a:lvl1pPr>
            <a:lvl2pPr lvl="1" algn="r">
              <a:buNone/>
              <a:defRPr sz="1100">
                <a:solidFill>
                  <a:schemeClr val="dk2"/>
                </a:solidFill>
              </a:defRPr>
            </a:lvl2pPr>
            <a:lvl3pPr lvl="2" algn="r">
              <a:buNone/>
              <a:defRPr sz="1100">
                <a:solidFill>
                  <a:schemeClr val="dk2"/>
                </a:solidFill>
              </a:defRPr>
            </a:lvl3pPr>
            <a:lvl4pPr lvl="3" algn="r">
              <a:buNone/>
              <a:defRPr sz="1100">
                <a:solidFill>
                  <a:schemeClr val="dk2"/>
                </a:solidFill>
              </a:defRPr>
            </a:lvl4pPr>
            <a:lvl5pPr lvl="4" algn="r">
              <a:buNone/>
              <a:defRPr sz="1100">
                <a:solidFill>
                  <a:schemeClr val="dk2"/>
                </a:solidFill>
              </a:defRPr>
            </a:lvl5pPr>
            <a:lvl6pPr lvl="5" algn="r">
              <a:buNone/>
              <a:defRPr sz="1100">
                <a:solidFill>
                  <a:schemeClr val="dk2"/>
                </a:solidFill>
              </a:defRPr>
            </a:lvl6pPr>
            <a:lvl7pPr lvl="6" algn="r">
              <a:buNone/>
              <a:defRPr sz="1100">
                <a:solidFill>
                  <a:schemeClr val="dk2"/>
                </a:solidFill>
              </a:defRPr>
            </a:lvl7pPr>
            <a:lvl8pPr lvl="7" algn="r">
              <a:buNone/>
              <a:defRPr sz="1100">
                <a:solidFill>
                  <a:schemeClr val="dk2"/>
                </a:solidFill>
              </a:defRPr>
            </a:lvl8pPr>
            <a:lvl9pPr lvl="8" algn="r">
              <a:buNone/>
              <a:defRPr sz="1100">
                <a:solidFill>
                  <a:schemeClr val="dk2"/>
                </a:solidFill>
              </a:defRPr>
            </a:lvl9pPr>
          </a:lstStyle>
          <a:p>
            <a:pPr indent="0" lvl="0" marL="0" rtl="0" algn="r">
              <a:spcBef>
                <a:spcPts val="0"/>
              </a:spcBef>
              <a:spcAft>
                <a:spcPts val="0"/>
              </a:spcAft>
              <a:buNone/>
            </a:pPr>
            <a:fld id="{00000000-1234-1234-1234-123412341234}" type="slidenum">
              <a:rPr lang="es-AR"/>
              <a:t>‹#›</a:t>
            </a:fld>
            <a:endParaRPr/>
          </a:p>
        </p:txBody>
      </p:sp>
      <p:sp>
        <p:nvSpPr>
          <p:cNvPr id="7" name="Google Shape;7;p1"/>
          <p:cNvSpPr/>
          <p:nvPr/>
        </p:nvSpPr>
        <p:spPr>
          <a:xfrm>
            <a:off x="0" y="5264243"/>
            <a:ext cx="10080600" cy="406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 name="Google Shape;8;p1"/>
          <p:cNvPicPr preferRelativeResize="0"/>
          <p:nvPr/>
        </p:nvPicPr>
        <p:blipFill rotWithShape="1">
          <a:blip r:embed="rId1">
            <a:alphaModFix/>
          </a:blip>
          <a:srcRect b="12732" l="70187" r="0" t="0"/>
          <a:stretch/>
        </p:blipFill>
        <p:spPr>
          <a:xfrm>
            <a:off x="8361770" y="178619"/>
            <a:ext cx="1527612" cy="353874"/>
          </a:xfrm>
          <a:prstGeom prst="rect">
            <a:avLst/>
          </a:prstGeom>
          <a:noFill/>
          <a:ln>
            <a:noFill/>
          </a:ln>
        </p:spPr>
      </p:pic>
      <p:sp>
        <p:nvSpPr>
          <p:cNvPr id="9" name="Google Shape;9;p1"/>
          <p:cNvSpPr txBox="1"/>
          <p:nvPr/>
        </p:nvSpPr>
        <p:spPr>
          <a:xfrm>
            <a:off x="160707" y="152375"/>
            <a:ext cx="4463100" cy="40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AR" sz="1200" u="none" cap="none" strike="noStrike">
                <a:solidFill>
                  <a:srgbClr val="000000"/>
                </a:solidFill>
                <a:latin typeface="Roboto"/>
                <a:ea typeface="Roboto"/>
                <a:cs typeface="Roboto"/>
                <a:sym typeface="Roboto"/>
              </a:rPr>
              <a:t>DSW - Tecnología de la Información</a:t>
            </a:r>
            <a:endParaRPr sz="1200">
              <a:latin typeface="Roboto"/>
              <a:ea typeface="Roboto"/>
              <a:cs typeface="Roboto"/>
              <a:sym typeface="Roboto"/>
            </a:endParaRPr>
          </a:p>
        </p:txBody>
      </p:sp>
      <p:sp>
        <p:nvSpPr>
          <p:cNvPr id="10" name="Google Shape;10;p1"/>
          <p:cNvSpPr txBox="1"/>
          <p:nvPr/>
        </p:nvSpPr>
        <p:spPr>
          <a:xfrm>
            <a:off x="288892" y="5262198"/>
            <a:ext cx="9502800" cy="35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s-AR" sz="1200">
                <a:latin typeface="Roboto"/>
                <a:ea typeface="Roboto"/>
                <a:cs typeface="Roboto"/>
                <a:sym typeface="Roboto"/>
              </a:rPr>
              <a:t>Ing. Romina Rontomé  ·  Lic. Guillermo Barchiesi</a:t>
            </a:r>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5"/>
          <p:cNvSpPr txBox="1"/>
          <p:nvPr/>
        </p:nvSpPr>
        <p:spPr>
          <a:xfrm>
            <a:off x="608550" y="1533025"/>
            <a:ext cx="9091800" cy="168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SzPts val="4800"/>
              <a:buNone/>
            </a:pPr>
            <a:r>
              <a:rPr b="1" lang="es-AR" sz="5100">
                <a:solidFill>
                  <a:srgbClr val="C7243A"/>
                </a:solidFill>
              </a:rPr>
              <a:t>Firma Digital</a:t>
            </a:r>
            <a:endParaRPr b="1" sz="5100">
              <a:solidFill>
                <a:srgbClr val="C7243A"/>
              </a:solidFill>
            </a:endParaRPr>
          </a:p>
          <a:p>
            <a:pPr indent="0" lvl="0" marL="0" rtl="0" algn="ctr">
              <a:spcBef>
                <a:spcPts val="0"/>
              </a:spcBef>
              <a:spcAft>
                <a:spcPts val="0"/>
              </a:spcAft>
              <a:buSzPts val="4800"/>
              <a:buNone/>
            </a:pPr>
            <a:r>
              <a:t/>
            </a:r>
            <a:endParaRPr b="1" sz="4000">
              <a:solidFill>
                <a:srgbClr val="C7243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6"/>
          <p:cNvSpPr txBox="1"/>
          <p:nvPr/>
        </p:nvSpPr>
        <p:spPr>
          <a:xfrm>
            <a:off x="338925" y="763650"/>
            <a:ext cx="69291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¿Qué NO es una Firma Digital?</a:t>
            </a:r>
            <a:endParaRPr b="1" sz="3500" strike="noStrike">
              <a:solidFill>
                <a:srgbClr val="C7243A"/>
              </a:solidFill>
            </a:endParaRPr>
          </a:p>
        </p:txBody>
      </p:sp>
      <p:sp>
        <p:nvSpPr>
          <p:cNvPr id="66" name="Google Shape;66;p16"/>
          <p:cNvSpPr txBox="1"/>
          <p:nvPr/>
        </p:nvSpPr>
        <p:spPr>
          <a:xfrm>
            <a:off x="719625" y="1549850"/>
            <a:ext cx="8347500" cy="3392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s-AR" sz="2300"/>
              <a:t>La Firma Digital no tiene nada que ver con la grafía, con el trazo de una firma manuscrita sobre ninguna pantalla, sobre ningún dispositivo</a:t>
            </a:r>
            <a:endParaRPr sz="2300"/>
          </a:p>
        </p:txBody>
      </p:sp>
      <p:pic>
        <p:nvPicPr>
          <p:cNvPr id="67" name="Google Shape;67;p16"/>
          <p:cNvPicPr preferRelativeResize="0"/>
          <p:nvPr/>
        </p:nvPicPr>
        <p:blipFill>
          <a:blip r:embed="rId3">
            <a:alphaModFix/>
          </a:blip>
          <a:stretch>
            <a:fillRect/>
          </a:stretch>
        </p:blipFill>
        <p:spPr>
          <a:xfrm>
            <a:off x="831350" y="3339000"/>
            <a:ext cx="1498050" cy="1452050"/>
          </a:xfrm>
          <a:prstGeom prst="rect">
            <a:avLst/>
          </a:prstGeom>
          <a:noFill/>
          <a:ln>
            <a:noFill/>
          </a:ln>
        </p:spPr>
      </p:pic>
      <p:pic>
        <p:nvPicPr>
          <p:cNvPr id="68" name="Google Shape;68;p16"/>
          <p:cNvPicPr preferRelativeResize="0"/>
          <p:nvPr/>
        </p:nvPicPr>
        <p:blipFill>
          <a:blip r:embed="rId4">
            <a:alphaModFix/>
          </a:blip>
          <a:stretch>
            <a:fillRect/>
          </a:stretch>
        </p:blipFill>
        <p:spPr>
          <a:xfrm>
            <a:off x="3670025" y="2645400"/>
            <a:ext cx="1669500" cy="971050"/>
          </a:xfrm>
          <a:prstGeom prst="rect">
            <a:avLst/>
          </a:prstGeom>
          <a:noFill/>
          <a:ln>
            <a:noFill/>
          </a:ln>
        </p:spPr>
      </p:pic>
      <p:pic>
        <p:nvPicPr>
          <p:cNvPr id="69" name="Google Shape;69;p16"/>
          <p:cNvPicPr preferRelativeResize="0"/>
          <p:nvPr/>
        </p:nvPicPr>
        <p:blipFill>
          <a:blip r:embed="rId5">
            <a:alphaModFix/>
          </a:blip>
          <a:stretch>
            <a:fillRect/>
          </a:stretch>
        </p:blipFill>
        <p:spPr>
          <a:xfrm>
            <a:off x="6289421" y="3879446"/>
            <a:ext cx="2133225" cy="911600"/>
          </a:xfrm>
          <a:prstGeom prst="rect">
            <a:avLst/>
          </a:prstGeom>
          <a:noFill/>
          <a:ln>
            <a:noFill/>
          </a:ln>
        </p:spPr>
      </p:pic>
      <p:sp>
        <p:nvSpPr>
          <p:cNvPr id="70" name="Google Shape;70;p16"/>
          <p:cNvSpPr txBox="1"/>
          <p:nvPr/>
        </p:nvSpPr>
        <p:spPr>
          <a:xfrm>
            <a:off x="4206000" y="4221175"/>
            <a:ext cx="8922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3500">
                <a:solidFill>
                  <a:srgbClr val="C7243A"/>
                </a:solidFill>
              </a:rPr>
              <a:t>NO</a:t>
            </a:r>
            <a:endParaRPr/>
          </a:p>
        </p:txBody>
      </p:sp>
      <p:sp>
        <p:nvSpPr>
          <p:cNvPr id="71" name="Google Shape;71;p16"/>
          <p:cNvSpPr/>
          <p:nvPr/>
        </p:nvSpPr>
        <p:spPr>
          <a:xfrm>
            <a:off x="5605575" y="4383725"/>
            <a:ext cx="892200" cy="28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10800000">
            <a:off x="2786175" y="4383725"/>
            <a:ext cx="892200" cy="28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flipH="1" rot="5400000">
            <a:off x="4290225" y="3870325"/>
            <a:ext cx="627300" cy="28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338925" y="763650"/>
            <a:ext cx="69291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Firma Digital vs Digitalización</a:t>
            </a:r>
            <a:endParaRPr b="1" sz="3500" strike="noStrike">
              <a:solidFill>
                <a:srgbClr val="C7243A"/>
              </a:solidFill>
            </a:endParaRPr>
          </a:p>
        </p:txBody>
      </p:sp>
      <p:sp>
        <p:nvSpPr>
          <p:cNvPr id="79" name="Google Shape;79;p17"/>
          <p:cNvSpPr txBox="1"/>
          <p:nvPr/>
        </p:nvSpPr>
        <p:spPr>
          <a:xfrm>
            <a:off x="338925" y="1295300"/>
            <a:ext cx="9203100" cy="3871500"/>
          </a:xfrm>
          <a:prstGeom prst="rect">
            <a:avLst/>
          </a:prstGeom>
          <a:noFill/>
          <a:ln>
            <a:noFill/>
          </a:ln>
        </p:spPr>
        <p:txBody>
          <a:bodyPr anchorCtr="0" anchor="t" bIns="0" lIns="0" spcFirstLastPara="1" rIns="0" wrap="square" tIns="0">
            <a:normAutofit fontScale="92500" lnSpcReduction="10000"/>
          </a:bodyPr>
          <a:lstStyle/>
          <a:p>
            <a:pPr indent="0" lvl="0" marL="0" rtl="0" algn="l">
              <a:lnSpc>
                <a:spcPct val="100000"/>
              </a:lnSpc>
              <a:spcBef>
                <a:spcPts val="0"/>
              </a:spcBef>
              <a:spcAft>
                <a:spcPts val="0"/>
              </a:spcAft>
              <a:buNone/>
            </a:pPr>
            <a:r>
              <a:rPr lang="es-AR" sz="2300"/>
              <a:t>La Firma Digital no tiene que confundirse con la digitalización.</a:t>
            </a:r>
            <a:endParaRPr sz="2300"/>
          </a:p>
          <a:p>
            <a:pPr indent="0" lvl="0" marL="0" rtl="0" algn="l">
              <a:lnSpc>
                <a:spcPct val="100000"/>
              </a:lnSpc>
              <a:spcBef>
                <a:spcPts val="1000"/>
              </a:spcBef>
              <a:spcAft>
                <a:spcPts val="0"/>
              </a:spcAft>
              <a:buNone/>
            </a:pPr>
            <a:r>
              <a:rPr b="1" lang="es-AR" sz="2300"/>
              <a:t>La digitalización:</a:t>
            </a:r>
            <a:endParaRPr b="1" sz="2300"/>
          </a:p>
          <a:p>
            <a:pPr indent="-363696" lvl="0" marL="457200" rtl="0" algn="l">
              <a:lnSpc>
                <a:spcPct val="100000"/>
              </a:lnSpc>
              <a:spcBef>
                <a:spcPts val="1000"/>
              </a:spcBef>
              <a:spcAft>
                <a:spcPts val="0"/>
              </a:spcAft>
              <a:buSzPct val="100000"/>
              <a:buChar char="●"/>
            </a:pPr>
            <a:r>
              <a:rPr lang="es-AR" sz="2300"/>
              <a:t>Es un proceso que consiste en convertir información que está soportada en papel, a una imagen escaneada de formato jpg, pdf, gif, etc. </a:t>
            </a:r>
            <a:endParaRPr sz="2300"/>
          </a:p>
          <a:p>
            <a:pPr indent="-363696" lvl="0" marL="457200" rtl="0" algn="l">
              <a:lnSpc>
                <a:spcPct val="100000"/>
              </a:lnSpc>
              <a:spcBef>
                <a:spcPts val="1000"/>
              </a:spcBef>
              <a:spcAft>
                <a:spcPts val="0"/>
              </a:spcAft>
              <a:buSzPct val="100000"/>
              <a:buChar char="●"/>
            </a:pPr>
            <a:r>
              <a:rPr lang="es-AR" sz="2300"/>
              <a:t>El papel debe conservarse pues es el resguardo y verificación de dichas imágenes. Caso Iron Mountain Febrero de 2014.</a:t>
            </a:r>
            <a:endParaRPr sz="2300"/>
          </a:p>
          <a:p>
            <a:pPr indent="0" lvl="0" marL="0" rtl="0" algn="l">
              <a:lnSpc>
                <a:spcPct val="100000"/>
              </a:lnSpc>
              <a:spcBef>
                <a:spcPts val="1000"/>
              </a:spcBef>
              <a:spcAft>
                <a:spcPts val="0"/>
              </a:spcAft>
              <a:buNone/>
            </a:pPr>
            <a:r>
              <a:rPr b="1" lang="es-AR" sz="2300"/>
              <a:t>La Firma Digital</a:t>
            </a:r>
            <a:r>
              <a:rPr lang="es-AR" sz="2300"/>
              <a:t>:</a:t>
            </a:r>
            <a:endParaRPr sz="2300"/>
          </a:p>
          <a:p>
            <a:pPr indent="-363696" lvl="0" marL="457200" rtl="0" algn="l">
              <a:lnSpc>
                <a:spcPct val="100000"/>
              </a:lnSpc>
              <a:spcBef>
                <a:spcPts val="1000"/>
              </a:spcBef>
              <a:spcAft>
                <a:spcPts val="0"/>
              </a:spcAft>
              <a:buSzPct val="100000"/>
              <a:buChar char="●"/>
            </a:pPr>
            <a:r>
              <a:rPr lang="es-AR" sz="2300"/>
              <a:t>La información nace en formato electrónico (por ejemplo en PDF) y es firmada digitalmente. </a:t>
            </a:r>
            <a:endParaRPr sz="2300"/>
          </a:p>
          <a:p>
            <a:pPr indent="-363696" lvl="0" marL="457200" rtl="0" algn="l">
              <a:lnSpc>
                <a:spcPct val="100000"/>
              </a:lnSpc>
              <a:spcBef>
                <a:spcPts val="0"/>
              </a:spcBef>
              <a:spcAft>
                <a:spcPts val="0"/>
              </a:spcAft>
              <a:buSzPct val="100000"/>
              <a:buChar char="●"/>
            </a:pPr>
            <a:r>
              <a:rPr lang="es-AR" sz="2300"/>
              <a:t>No se usan papeles para resguardar la información que es digital desde el origen.</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338925" y="763650"/>
            <a:ext cx="69291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¿Qué es Firma digital?</a:t>
            </a:r>
            <a:endParaRPr b="1" sz="3500" strike="noStrike">
              <a:solidFill>
                <a:srgbClr val="C7243A"/>
              </a:solidFill>
            </a:endParaRPr>
          </a:p>
        </p:txBody>
      </p:sp>
      <p:sp>
        <p:nvSpPr>
          <p:cNvPr id="85" name="Google Shape;85;p18"/>
          <p:cNvSpPr txBox="1"/>
          <p:nvPr/>
        </p:nvSpPr>
        <p:spPr>
          <a:xfrm>
            <a:off x="338925" y="1600100"/>
            <a:ext cx="9203100" cy="23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s-AR" sz="2700">
                <a:solidFill>
                  <a:schemeClr val="dk1"/>
                </a:solidFill>
              </a:rPr>
              <a:t>La firma digital es una herramienta tecnológica que permite garantizar la autoría e integridad de los documentos digitales, posibilitando que éstos gocen de una característica que únicamente era propia de los documentos en papel.</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nvSpPr>
        <p:spPr>
          <a:xfrm>
            <a:off x="338925" y="763650"/>
            <a:ext cx="69291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500">
                <a:solidFill>
                  <a:srgbClr val="C7243A"/>
                </a:solidFill>
              </a:rPr>
              <a:t>¿Qué es Firma digital?</a:t>
            </a:r>
            <a:endParaRPr b="1" sz="3500" strike="noStrike">
              <a:solidFill>
                <a:srgbClr val="C7243A"/>
              </a:solidFill>
            </a:endParaRPr>
          </a:p>
        </p:txBody>
      </p:sp>
      <p:sp>
        <p:nvSpPr>
          <p:cNvPr id="91" name="Google Shape;91;p19"/>
          <p:cNvSpPr txBox="1"/>
          <p:nvPr/>
        </p:nvSpPr>
        <p:spPr>
          <a:xfrm>
            <a:off x="338925" y="1523900"/>
            <a:ext cx="9203100" cy="2763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s-AR" sz="2200">
                <a:solidFill>
                  <a:schemeClr val="dk1"/>
                </a:solidFill>
              </a:rPr>
              <a:t>De acuerdo a la</a:t>
            </a:r>
            <a:r>
              <a:rPr b="1" lang="es-AR" sz="2200">
                <a:solidFill>
                  <a:schemeClr val="dk1"/>
                </a:solidFill>
              </a:rPr>
              <a:t> Ley Nacional Nº 25.506 </a:t>
            </a:r>
            <a:r>
              <a:rPr lang="es-AR" sz="2200">
                <a:solidFill>
                  <a:schemeClr val="dk1"/>
                </a:solidFill>
              </a:rPr>
              <a:t>se entiende por </a:t>
            </a:r>
            <a:r>
              <a:rPr b="1" lang="es-AR" sz="2200">
                <a:solidFill>
                  <a:schemeClr val="dk1"/>
                </a:solidFill>
              </a:rPr>
              <a:t>Firma Digital</a:t>
            </a:r>
            <a:r>
              <a:rPr lang="es-AR" sz="2200">
                <a:solidFill>
                  <a:schemeClr val="dk1"/>
                </a:solidFill>
              </a:rPr>
              <a:t> al resultado de aplicar a un documento digital un procedimiento matemático que requiere información de exclusivo conocimiento del firmante, </a:t>
            </a:r>
            <a:r>
              <a:rPr lang="es-AR" sz="2200">
                <a:solidFill>
                  <a:schemeClr val="dk1"/>
                </a:solidFill>
              </a:rPr>
              <a:t>encontrándose ésta</a:t>
            </a:r>
            <a:r>
              <a:rPr lang="es-AR" sz="2200">
                <a:solidFill>
                  <a:schemeClr val="dk1"/>
                </a:solidFill>
              </a:rPr>
              <a:t> bajo su absoluto control. La firma digital debe ser susceptible de verificación por terceras partes, tal que dicha verificación simultáneamente permita identificar al firmante y detectar cualquier alteración del documento digital posterior a su firma.</a:t>
            </a:r>
            <a:endParaRPr sz="27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nvSpPr>
        <p:spPr>
          <a:xfrm>
            <a:off x="338925" y="763650"/>
            <a:ext cx="8569800" cy="4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Font typeface="Arial"/>
              <a:buNone/>
            </a:pPr>
            <a:r>
              <a:rPr b="1" lang="es-AR" sz="3200">
                <a:solidFill>
                  <a:srgbClr val="C7243A"/>
                </a:solidFill>
              </a:rPr>
              <a:t>Características de la </a:t>
            </a:r>
            <a:r>
              <a:rPr b="1" lang="es-AR" sz="3200">
                <a:solidFill>
                  <a:srgbClr val="C7243A"/>
                </a:solidFill>
              </a:rPr>
              <a:t>Firma digital</a:t>
            </a:r>
            <a:endParaRPr b="1" sz="3200" strike="noStrike">
              <a:solidFill>
                <a:srgbClr val="C7243A"/>
              </a:solidFill>
            </a:endParaRPr>
          </a:p>
        </p:txBody>
      </p:sp>
      <p:sp>
        <p:nvSpPr>
          <p:cNvPr id="97" name="Google Shape;97;p20"/>
          <p:cNvSpPr txBox="1"/>
          <p:nvPr/>
        </p:nvSpPr>
        <p:spPr>
          <a:xfrm>
            <a:off x="338925" y="1309700"/>
            <a:ext cx="9649200" cy="3986700"/>
          </a:xfrm>
          <a:prstGeom prst="rect">
            <a:avLst/>
          </a:prstGeom>
          <a:noFill/>
          <a:ln>
            <a:noFill/>
          </a:ln>
        </p:spPr>
        <p:txBody>
          <a:bodyPr anchorCtr="0" anchor="t" bIns="0" lIns="0" spcFirstLastPara="1" rIns="0" wrap="square" tIns="0">
            <a:noAutofit/>
          </a:bodyPr>
          <a:lstStyle/>
          <a:p>
            <a:pPr indent="-355600" lvl="0" marL="457200" rtl="0" algn="l">
              <a:lnSpc>
                <a:spcPct val="100000"/>
              </a:lnSpc>
              <a:spcBef>
                <a:spcPts val="0"/>
              </a:spcBef>
              <a:spcAft>
                <a:spcPts val="0"/>
              </a:spcAft>
              <a:buClr>
                <a:schemeClr val="dk1"/>
              </a:buClr>
              <a:buSzPts val="2000"/>
              <a:buChar char="●"/>
            </a:pPr>
            <a:r>
              <a:rPr b="1" lang="es-AR" sz="2000">
                <a:solidFill>
                  <a:schemeClr val="dk1"/>
                </a:solidFill>
              </a:rPr>
              <a:t>Autenticidad</a:t>
            </a:r>
            <a:r>
              <a:rPr lang="es-AR" sz="2000">
                <a:solidFill>
                  <a:schemeClr val="dk1"/>
                </a:solidFill>
              </a:rPr>
              <a:t>: Permite atribuir el documento únicamente a su autor de forma fidedigna, de manera de poder identificarlo. </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s-AR" sz="2000">
                <a:solidFill>
                  <a:schemeClr val="dk1"/>
                </a:solidFill>
              </a:rPr>
              <a:t>Integridad</a:t>
            </a:r>
            <a:r>
              <a:rPr lang="es-AR" sz="2000">
                <a:solidFill>
                  <a:schemeClr val="dk1"/>
                </a:solidFill>
              </a:rPr>
              <a:t>: Estar vinculada a los datos del documento digital, poniendo en evidencia su alteración luego de que fue firmado.</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s-AR" sz="2000">
                <a:solidFill>
                  <a:schemeClr val="dk1"/>
                </a:solidFill>
              </a:rPr>
              <a:t>Exclusividad</a:t>
            </a:r>
            <a:r>
              <a:rPr lang="es-AR" sz="2000">
                <a:solidFill>
                  <a:schemeClr val="dk1"/>
                </a:solidFill>
              </a:rPr>
              <a:t>: Garantizar que la firma se encuentre bajo el absoluto y exclusivo control del firmante.</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s-AR" sz="2000">
                <a:solidFill>
                  <a:schemeClr val="dk1"/>
                </a:solidFill>
              </a:rPr>
              <a:t>No repudio:</a:t>
            </a:r>
            <a:r>
              <a:rPr lang="es-AR" sz="2000">
                <a:solidFill>
                  <a:schemeClr val="dk1"/>
                </a:solidFill>
              </a:rPr>
              <a:t> Garantizar que el emisor no pueda negar o repudiar su autoría o existencia; ser susceptible de verificación ante terceros.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b="1" lang="es-AR" sz="2000">
                <a:solidFill>
                  <a:schemeClr val="dk1"/>
                </a:solidFill>
              </a:rPr>
              <a:t>Validez</a:t>
            </a:r>
            <a:r>
              <a:rPr lang="es-AR" sz="2000">
                <a:solidFill>
                  <a:schemeClr val="dk1"/>
                </a:solidFill>
              </a:rPr>
              <a:t>: Conforme la Ley Nº25.506, la firma digital es válida si ha sido creada durante el período de vigencia del Certificado Digital del firmante, si fue debidamente verificada y que el Certificado de Firma Digital haya sido emitido por un Certificador Licenciado.</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nvSpPr>
        <p:spPr>
          <a:xfrm>
            <a:off x="338925" y="763650"/>
            <a:ext cx="85698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¿Q</a:t>
            </a:r>
            <a:r>
              <a:rPr b="1" lang="es-AR" sz="3200">
                <a:solidFill>
                  <a:srgbClr val="C7243A"/>
                </a:solidFill>
              </a:rPr>
              <a:t>ué es un certificado digital?</a:t>
            </a:r>
            <a:endParaRPr b="1" sz="3500">
              <a:solidFill>
                <a:srgbClr val="C7243A"/>
              </a:solidFill>
            </a:endParaRPr>
          </a:p>
        </p:txBody>
      </p:sp>
      <p:sp>
        <p:nvSpPr>
          <p:cNvPr id="103" name="Google Shape;103;p21"/>
          <p:cNvSpPr txBox="1"/>
          <p:nvPr/>
        </p:nvSpPr>
        <p:spPr>
          <a:xfrm>
            <a:off x="338925" y="130970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s-AR" sz="2100">
                <a:solidFill>
                  <a:schemeClr val="dk1"/>
                </a:solidFill>
              </a:rPr>
              <a:t>Un certificado digital es un archivo electrónico emitido por una autoridad certificadora (CA) luego de validar la identidad de una persona, servidor, dirección IP pública, organización o incluso software y se usa para autenticarse, cifrar y firmar digitalmente información. El certificado digital se convierte </a:t>
            </a:r>
            <a:r>
              <a:rPr lang="es-AR" sz="2100">
                <a:solidFill>
                  <a:schemeClr val="dk1"/>
                </a:solidFill>
              </a:rPr>
              <a:t>así</a:t>
            </a:r>
            <a:r>
              <a:rPr lang="es-AR" sz="2100">
                <a:solidFill>
                  <a:schemeClr val="dk1"/>
                </a:solidFill>
              </a:rPr>
              <a:t> en nuestra herramienta para identificarnos virtualmente en cualquier ambiente o transacción digital que se realice en cualquier parte del mundo.</a:t>
            </a:r>
            <a:endParaRPr sz="2100">
              <a:solidFill>
                <a:schemeClr val="dk1"/>
              </a:solidFill>
            </a:endParaRPr>
          </a:p>
          <a:p>
            <a:pPr indent="-361950" lvl="0" marL="457200" rtl="0" algn="l">
              <a:lnSpc>
                <a:spcPct val="115000"/>
              </a:lnSpc>
              <a:spcBef>
                <a:spcPts val="1000"/>
              </a:spcBef>
              <a:spcAft>
                <a:spcPts val="0"/>
              </a:spcAft>
              <a:buClr>
                <a:schemeClr val="dk1"/>
              </a:buClr>
              <a:buSzPts val="2100"/>
              <a:buChar char="●"/>
            </a:pPr>
            <a:r>
              <a:rPr lang="es-AR" sz="2100">
                <a:solidFill>
                  <a:schemeClr val="dk1"/>
                </a:solidFill>
              </a:rPr>
              <a:t>Un certificado digital NO es un software.</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s-AR" sz="2100">
                <a:solidFill>
                  <a:schemeClr val="dk1"/>
                </a:solidFill>
              </a:rPr>
              <a:t>Un certificado digital NO es una </a:t>
            </a:r>
            <a:r>
              <a:rPr lang="es-AR" sz="2100">
                <a:solidFill>
                  <a:schemeClr val="dk1"/>
                </a:solidFill>
              </a:rPr>
              <a:t>aplicación</a:t>
            </a:r>
            <a:r>
              <a:rPr lang="es-AR" sz="2100">
                <a:solidFill>
                  <a:schemeClr val="dk1"/>
                </a:solidFill>
              </a:rPr>
              <a:t>.</a:t>
            </a:r>
            <a:endParaRPr sz="2100">
              <a:solidFill>
                <a:schemeClr val="dk1"/>
              </a:solidFill>
            </a:endParaRPr>
          </a:p>
          <a:p>
            <a:pPr indent="0" lvl="0" marL="0" rtl="0" algn="l">
              <a:lnSpc>
                <a:spcPct val="115000"/>
              </a:lnSpc>
              <a:spcBef>
                <a:spcPts val="1000"/>
              </a:spcBef>
              <a:spcAft>
                <a:spcPts val="0"/>
              </a:spcAft>
              <a:buNone/>
            </a:pPr>
            <a:r>
              <a:rPr lang="es-AR" sz="2100">
                <a:solidFill>
                  <a:schemeClr val="dk1"/>
                </a:solidFill>
              </a:rPr>
              <a:t>En resumen, el certificado digital es el documento digital firmado digitalmente por un certificador, que vincula los datos de verificación de firma a su titular.</a:t>
            </a:r>
            <a:endParaRPr sz="21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210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nvSpPr>
        <p:spPr>
          <a:xfrm>
            <a:off x="338925" y="763650"/>
            <a:ext cx="85698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Requisitos para la validez de la firma digital</a:t>
            </a:r>
            <a:endParaRPr b="1" sz="3500">
              <a:solidFill>
                <a:srgbClr val="C7243A"/>
              </a:solidFill>
            </a:endParaRPr>
          </a:p>
        </p:txBody>
      </p:sp>
      <p:sp>
        <p:nvSpPr>
          <p:cNvPr id="109" name="Google Shape;109;p22"/>
          <p:cNvSpPr txBox="1"/>
          <p:nvPr/>
        </p:nvSpPr>
        <p:spPr>
          <a:xfrm>
            <a:off x="338925" y="1309700"/>
            <a:ext cx="9476700" cy="3986700"/>
          </a:xfrm>
          <a:prstGeom prst="rect">
            <a:avLst/>
          </a:prstGeom>
          <a:noFill/>
          <a:ln>
            <a:noFill/>
          </a:ln>
        </p:spPr>
        <p:txBody>
          <a:bodyPr anchorCtr="0" anchor="t" bIns="0" lIns="0" spcFirstLastPara="1" rIns="0" wrap="square" tIns="0">
            <a:noAutofit/>
          </a:bodyPr>
          <a:lstStyle/>
          <a:p>
            <a:pPr indent="-371475" lvl="0" marL="457200" rtl="0" algn="l">
              <a:lnSpc>
                <a:spcPct val="115000"/>
              </a:lnSpc>
              <a:spcBef>
                <a:spcPts val="0"/>
              </a:spcBef>
              <a:spcAft>
                <a:spcPts val="0"/>
              </a:spcAft>
              <a:buClr>
                <a:schemeClr val="dk1"/>
              </a:buClr>
              <a:buSzPts val="2250"/>
              <a:buChar char="●"/>
            </a:pPr>
            <a:r>
              <a:rPr lang="es-AR" sz="2250">
                <a:solidFill>
                  <a:schemeClr val="dk1"/>
                </a:solidFill>
              </a:rPr>
              <a:t>Haber sido creada durante el período de vigencia del certificado digital válido del firmante.</a:t>
            </a:r>
            <a:endParaRPr sz="2250">
              <a:solidFill>
                <a:schemeClr val="dk1"/>
              </a:solidFill>
            </a:endParaRPr>
          </a:p>
          <a:p>
            <a:pPr indent="-371475" lvl="0" marL="457200" rtl="0" algn="l">
              <a:lnSpc>
                <a:spcPct val="115000"/>
              </a:lnSpc>
              <a:spcBef>
                <a:spcPts val="0"/>
              </a:spcBef>
              <a:spcAft>
                <a:spcPts val="0"/>
              </a:spcAft>
              <a:buClr>
                <a:schemeClr val="dk1"/>
              </a:buClr>
              <a:buSzPts val="2250"/>
              <a:buChar char="●"/>
            </a:pPr>
            <a:r>
              <a:rPr lang="es-AR" sz="2250">
                <a:solidFill>
                  <a:schemeClr val="dk1"/>
                </a:solidFill>
              </a:rPr>
              <a:t>Ser debidamente verificada por la referencia a los datos de verificación de firma digital indicados en el certificado según el procedimiento de verificación correspondiente.</a:t>
            </a:r>
            <a:endParaRPr sz="2250">
              <a:solidFill>
                <a:schemeClr val="dk1"/>
              </a:solidFill>
            </a:endParaRPr>
          </a:p>
          <a:p>
            <a:pPr indent="-371475" lvl="0" marL="457200" rtl="0" algn="l">
              <a:lnSpc>
                <a:spcPct val="115000"/>
              </a:lnSpc>
              <a:spcBef>
                <a:spcPts val="0"/>
              </a:spcBef>
              <a:spcAft>
                <a:spcPts val="0"/>
              </a:spcAft>
              <a:buClr>
                <a:schemeClr val="dk1"/>
              </a:buClr>
              <a:buSzPts val="2250"/>
              <a:buChar char="●"/>
            </a:pPr>
            <a:r>
              <a:rPr lang="es-AR" sz="2250">
                <a:solidFill>
                  <a:schemeClr val="dk1"/>
                </a:solidFill>
              </a:rPr>
              <a:t>El certificado debe haber sido emitido o reconocido por un certificador licenciado.</a:t>
            </a:r>
            <a:endParaRPr sz="2250">
              <a:solidFill>
                <a:schemeClr val="dk1"/>
              </a:solidFill>
            </a:endParaRPr>
          </a:p>
          <a:p>
            <a:pPr indent="0" lvl="0" marL="0" rtl="0" algn="l">
              <a:lnSpc>
                <a:spcPct val="115000"/>
              </a:lnSpc>
              <a:spcBef>
                <a:spcPts val="1000"/>
              </a:spcBef>
              <a:spcAft>
                <a:spcPts val="0"/>
              </a:spcAft>
              <a:buNone/>
            </a:pPr>
            <a:r>
              <a:t/>
            </a:r>
            <a:endParaRPr sz="2250">
              <a:solidFill>
                <a:schemeClr val="dk1"/>
              </a:solidFill>
            </a:endParaRPr>
          </a:p>
          <a:p>
            <a:pPr indent="0" lvl="0" marL="0" rtl="0" algn="l">
              <a:lnSpc>
                <a:spcPct val="115000"/>
              </a:lnSpc>
              <a:spcBef>
                <a:spcPts val="1000"/>
              </a:spcBef>
              <a:spcAft>
                <a:spcPts val="0"/>
              </a:spcAft>
              <a:buNone/>
            </a:pPr>
            <a:r>
              <a:rPr lang="es-AR" sz="2250">
                <a:solidFill>
                  <a:schemeClr val="dk1"/>
                </a:solidFill>
              </a:rPr>
              <a:t>(Ley de Firma Digital Nº 25.506 - Artículo 9º.)</a:t>
            </a:r>
            <a:endParaRPr sz="240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Obligaciones del titular del certificado digital</a:t>
            </a:r>
            <a:endParaRPr b="1" sz="3500">
              <a:solidFill>
                <a:srgbClr val="C7243A"/>
              </a:solidFill>
            </a:endParaRPr>
          </a:p>
        </p:txBody>
      </p:sp>
      <p:sp>
        <p:nvSpPr>
          <p:cNvPr id="115" name="Google Shape;115;p23"/>
          <p:cNvSpPr txBox="1"/>
          <p:nvPr/>
        </p:nvSpPr>
        <p:spPr>
          <a:xfrm>
            <a:off x="338925" y="1309700"/>
            <a:ext cx="9476700" cy="3986700"/>
          </a:xfrm>
          <a:prstGeom prst="rect">
            <a:avLst/>
          </a:prstGeom>
          <a:noFill/>
          <a:ln>
            <a:noFill/>
          </a:ln>
        </p:spPr>
        <p:txBody>
          <a:bodyPr anchorCtr="0" anchor="t" bIns="0" lIns="0" spcFirstLastPara="1" rIns="0" wrap="square" tIns="0">
            <a:noAutofit/>
          </a:bodyPr>
          <a:lstStyle/>
          <a:p>
            <a:pPr indent="-365125" lvl="0" marL="457200" rtl="0" algn="l">
              <a:lnSpc>
                <a:spcPct val="115000"/>
              </a:lnSpc>
              <a:spcBef>
                <a:spcPts val="0"/>
              </a:spcBef>
              <a:spcAft>
                <a:spcPts val="0"/>
              </a:spcAft>
              <a:buClr>
                <a:schemeClr val="dk1"/>
              </a:buClr>
              <a:buSzPts val="2150"/>
              <a:buChar char="●"/>
            </a:pPr>
            <a:r>
              <a:rPr lang="es-AR" sz="2150">
                <a:solidFill>
                  <a:schemeClr val="dk1"/>
                </a:solidFill>
              </a:rPr>
              <a:t>Mantener el control exclusivo de sus datos de creación de firma digital, no compartirlos e impedir su divulgación</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s-AR" sz="2150">
                <a:solidFill>
                  <a:schemeClr val="dk1"/>
                </a:solidFill>
              </a:rPr>
              <a:t>Utilizar un dispositivo de creación de firma digital técnicamente confiable.</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s-AR" sz="2150">
                <a:solidFill>
                  <a:schemeClr val="dk1"/>
                </a:solidFill>
              </a:rPr>
              <a:t>Solicitar la revocación de su certificado al certificador licenciado ante cualquier circunstancia que pueda haber comprometido la privacidad de sus datos de creación de firma.</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s-AR" sz="2150">
                <a:solidFill>
                  <a:schemeClr val="dk1"/>
                </a:solidFill>
              </a:rPr>
              <a:t>Informar sin demora al certificador licenciado el cambio de alguno de los datos contenidos en el certificado digital que hubiera sido objeto de verificación.</a:t>
            </a:r>
            <a:endParaRPr sz="2150">
              <a:solidFill>
                <a:schemeClr val="dk1"/>
              </a:solidFill>
            </a:endParaRPr>
          </a:p>
          <a:p>
            <a:pPr indent="0" lvl="0" marL="0" rtl="0" algn="l">
              <a:lnSpc>
                <a:spcPct val="115000"/>
              </a:lnSpc>
              <a:spcBef>
                <a:spcPts val="1000"/>
              </a:spcBef>
              <a:spcAft>
                <a:spcPts val="0"/>
              </a:spcAft>
              <a:buNone/>
            </a:pPr>
            <a:r>
              <a:rPr lang="es-AR" sz="2150">
                <a:solidFill>
                  <a:schemeClr val="dk1"/>
                </a:solidFill>
              </a:rPr>
              <a:t>(Ley Nº 25.506 – Art. 25)</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funciona la firma digital?</a:t>
            </a:r>
            <a:endParaRPr b="1" sz="3500">
              <a:solidFill>
                <a:srgbClr val="C7243A"/>
              </a:solidFill>
            </a:endParaRPr>
          </a:p>
        </p:txBody>
      </p:sp>
      <p:sp>
        <p:nvSpPr>
          <p:cNvPr id="121" name="Google Shape;121;p24"/>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pic>
        <p:nvPicPr>
          <p:cNvPr id="122" name="Google Shape;122;p24"/>
          <p:cNvPicPr preferRelativeResize="0"/>
          <p:nvPr/>
        </p:nvPicPr>
        <p:blipFill>
          <a:blip r:embed="rId3">
            <a:alphaModFix/>
          </a:blip>
          <a:stretch>
            <a:fillRect/>
          </a:stretch>
        </p:blipFill>
        <p:spPr>
          <a:xfrm>
            <a:off x="2631355" y="1714450"/>
            <a:ext cx="7350913" cy="3027450"/>
          </a:xfrm>
          <a:prstGeom prst="rect">
            <a:avLst/>
          </a:prstGeom>
          <a:noFill/>
          <a:ln>
            <a:noFill/>
          </a:ln>
        </p:spPr>
      </p:pic>
      <p:sp>
        <p:nvSpPr>
          <p:cNvPr id="123" name="Google Shape;123;p24"/>
          <p:cNvSpPr txBox="1"/>
          <p:nvPr/>
        </p:nvSpPr>
        <p:spPr>
          <a:xfrm>
            <a:off x="201500" y="1368925"/>
            <a:ext cx="26193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000">
                <a:solidFill>
                  <a:schemeClr val="dk1"/>
                </a:solidFill>
              </a:rPr>
              <a:t>La tecnología de firma digital se sostiene de </a:t>
            </a:r>
            <a:r>
              <a:rPr b="1" lang="es-AR" sz="2000">
                <a:solidFill>
                  <a:schemeClr val="dk1"/>
                </a:solidFill>
              </a:rPr>
              <a:t>dos pilares</a:t>
            </a:r>
            <a:r>
              <a:rPr lang="es-AR" sz="2000">
                <a:solidFill>
                  <a:schemeClr val="dk1"/>
                </a:solidFill>
              </a:rPr>
              <a:t>: un método que hace imposible la alteración de </a:t>
            </a:r>
            <a:r>
              <a:rPr b="1" lang="es-AR" sz="2000">
                <a:solidFill>
                  <a:schemeClr val="dk1"/>
                </a:solidFill>
              </a:rPr>
              <a:t>la firma </a:t>
            </a:r>
            <a:r>
              <a:rPr lang="es-AR" sz="2000">
                <a:solidFill>
                  <a:schemeClr val="dk1"/>
                </a:solidFill>
              </a:rPr>
              <a:t>y </a:t>
            </a:r>
            <a:r>
              <a:rPr b="1" lang="es-AR" sz="2000">
                <a:solidFill>
                  <a:schemeClr val="dk1"/>
                </a:solidFill>
              </a:rPr>
              <a:t>una infraestructura que permite certificar la identidad del firmante.</a:t>
            </a:r>
            <a:endParaRPr b="1"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funciona la firma digital?</a:t>
            </a:r>
            <a:endParaRPr b="1" sz="3500">
              <a:solidFill>
                <a:srgbClr val="C7243A"/>
              </a:solidFill>
            </a:endParaRPr>
          </a:p>
        </p:txBody>
      </p:sp>
      <p:sp>
        <p:nvSpPr>
          <p:cNvPr id="129" name="Google Shape;129;p25"/>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30" name="Google Shape;130;p25"/>
          <p:cNvSpPr txBox="1"/>
          <p:nvPr/>
        </p:nvSpPr>
        <p:spPr>
          <a:xfrm>
            <a:off x="201500" y="1368925"/>
            <a:ext cx="9476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000">
                <a:solidFill>
                  <a:schemeClr val="dk1"/>
                </a:solidFill>
              </a:rPr>
              <a:t>La </a:t>
            </a:r>
            <a:r>
              <a:rPr b="1" lang="es-AR" sz="2000">
                <a:solidFill>
                  <a:srgbClr val="963334"/>
                </a:solidFill>
              </a:rPr>
              <a:t>Clave Asimétrica</a:t>
            </a:r>
            <a:r>
              <a:rPr lang="es-AR" sz="2000">
                <a:solidFill>
                  <a:schemeClr val="dk1"/>
                </a:solidFill>
              </a:rPr>
              <a:t> es un método de criptografía o codificación, en el que se generan dos números de gran longitud (usualmente más de 200 cifras) mediante una fórmula matemática compleja. Estos números (“claves”), son distintos, pero están relacionados de modo tal que lo que se cifra o encripta con una clave sólo puede descifrarse con la otra. Éstos se los conoce como </a:t>
            </a:r>
            <a:r>
              <a:rPr b="1" lang="es-AR" sz="2000">
                <a:solidFill>
                  <a:schemeClr val="dk1"/>
                </a:solidFill>
              </a:rPr>
              <a:t>Clave Pública</a:t>
            </a:r>
            <a:r>
              <a:rPr lang="es-AR" sz="2000">
                <a:solidFill>
                  <a:schemeClr val="dk1"/>
                </a:solidFill>
              </a:rPr>
              <a:t> y </a:t>
            </a:r>
            <a:r>
              <a:rPr b="1" lang="es-AR" sz="2000">
                <a:solidFill>
                  <a:schemeClr val="dk1"/>
                </a:solidFill>
              </a:rPr>
              <a:t>Clave Privada</a:t>
            </a:r>
            <a:r>
              <a:rPr lang="es-AR" sz="2000">
                <a:solidFill>
                  <a:schemeClr val="dk1"/>
                </a:solidFill>
              </a:rPr>
              <a:t>. La </a:t>
            </a:r>
            <a:r>
              <a:rPr b="1" i="1" lang="es-AR" sz="2000">
                <a:solidFill>
                  <a:schemeClr val="dk1"/>
                </a:solidFill>
              </a:rPr>
              <a:t>clave pública</a:t>
            </a:r>
            <a:r>
              <a:rPr lang="es-AR" sz="2000">
                <a:solidFill>
                  <a:schemeClr val="dk1"/>
                </a:solidFill>
              </a:rPr>
              <a:t> </a:t>
            </a:r>
            <a:r>
              <a:rPr i="1" lang="es-AR" sz="2000">
                <a:solidFill>
                  <a:schemeClr val="dk1"/>
                </a:solidFill>
              </a:rPr>
              <a:t>se distribuye</a:t>
            </a:r>
            <a:r>
              <a:rPr lang="es-AR" sz="2000">
                <a:solidFill>
                  <a:schemeClr val="dk1"/>
                </a:solidFill>
              </a:rPr>
              <a:t> y la </a:t>
            </a:r>
            <a:r>
              <a:rPr b="1" i="1" lang="es-AR" sz="2000">
                <a:solidFill>
                  <a:schemeClr val="dk1"/>
                </a:solidFill>
              </a:rPr>
              <a:t>clave privada</a:t>
            </a:r>
            <a:r>
              <a:rPr lang="es-AR" sz="2000">
                <a:solidFill>
                  <a:schemeClr val="dk1"/>
                </a:solidFill>
              </a:rPr>
              <a:t> </a:t>
            </a:r>
            <a:r>
              <a:rPr i="1" lang="es-AR" sz="2000">
                <a:solidFill>
                  <a:schemeClr val="dk1"/>
                </a:solidFill>
              </a:rPr>
              <a:t>la conserva el propietario</a:t>
            </a:r>
            <a:r>
              <a:rPr lang="es-AR" sz="2000">
                <a:solidFill>
                  <a:schemeClr val="dk1"/>
                </a:solidFill>
              </a:rPr>
              <a:t>, protegida por una o varias contraseñas que sólo él conoce. No es posible cifrar y descifrar un documento con una misma clave. </a:t>
            </a:r>
            <a:endParaRPr sz="2000">
              <a:solidFill>
                <a:schemeClr val="dk1"/>
              </a:solidFill>
            </a:endParaRPr>
          </a:p>
          <a:p>
            <a:pPr indent="0" lvl="0" marL="0" rtl="0" algn="l">
              <a:spcBef>
                <a:spcPts val="0"/>
              </a:spcBef>
              <a:spcAft>
                <a:spcPts val="0"/>
              </a:spcAft>
              <a:buNone/>
            </a:pPr>
            <a:r>
              <a:rPr lang="es-AR" sz="2000">
                <a:solidFill>
                  <a:schemeClr val="dk1"/>
                </a:solidFill>
              </a:rPr>
              <a:t>En </a:t>
            </a:r>
            <a:r>
              <a:rPr b="1" i="1" lang="es-AR" sz="2000">
                <a:solidFill>
                  <a:schemeClr val="dk1"/>
                </a:solidFill>
              </a:rPr>
              <a:t>firma digital</a:t>
            </a:r>
            <a:r>
              <a:rPr i="1" lang="es-AR" sz="2000">
                <a:solidFill>
                  <a:schemeClr val="dk1"/>
                </a:solidFill>
              </a:rPr>
              <a:t>, no se busca encriptar el mensaje sino darle una marca de autenticación</a:t>
            </a:r>
            <a:r>
              <a:rPr lang="es-AR" sz="2000">
                <a:solidFill>
                  <a:schemeClr val="dk1"/>
                </a:solidFill>
              </a:rPr>
              <a:t>, la clave asimétrica se utiliza de forma indirecta, no sobre el documento, sino sobre un resumen del mismo, denominado </a:t>
            </a:r>
            <a:r>
              <a:rPr b="1" lang="es-AR" sz="2000">
                <a:solidFill>
                  <a:srgbClr val="963334"/>
                </a:solidFill>
              </a:rPr>
              <a:t>hash</a:t>
            </a:r>
            <a:r>
              <a:rPr lang="es-AR" sz="2000">
                <a:solidFill>
                  <a:schemeClr val="dk1"/>
                </a:solidFill>
              </a:rPr>
              <a:t>.</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funciona la firma digital?</a:t>
            </a:r>
            <a:endParaRPr b="1" sz="3500">
              <a:solidFill>
                <a:srgbClr val="C7243A"/>
              </a:solidFill>
            </a:endParaRPr>
          </a:p>
        </p:txBody>
      </p:sp>
      <p:sp>
        <p:nvSpPr>
          <p:cNvPr id="136" name="Google Shape;136;p26"/>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37" name="Google Shape;137;p26"/>
          <p:cNvSpPr txBox="1"/>
          <p:nvPr/>
        </p:nvSpPr>
        <p:spPr>
          <a:xfrm>
            <a:off x="201500" y="1368925"/>
            <a:ext cx="9476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solidFill>
                  <a:schemeClr val="dk1"/>
                </a:solidFill>
              </a:rPr>
              <a:t>El </a:t>
            </a:r>
            <a:r>
              <a:rPr b="1" lang="es-AR" sz="1600">
                <a:solidFill>
                  <a:srgbClr val="963334"/>
                </a:solidFill>
              </a:rPr>
              <a:t>hash</a:t>
            </a:r>
            <a:r>
              <a:rPr lang="es-AR" sz="1600">
                <a:solidFill>
                  <a:schemeClr val="dk1"/>
                </a:solidFill>
              </a:rPr>
              <a:t> (digesto), es un resumen único que identifica a un documento digital. Se puede aplicar a cualquier tipo de documento. Se obtiene al aplicar una fórmula matemática llamada “función unidireccional de resumen”, o función hash. El resultado suele expresarse en números y letras minúsculas de la “a” a la “f” (sistema hexadecimal). Ejemplo: </a:t>
            </a:r>
            <a:r>
              <a:rPr lang="es-AR" sz="1600">
                <a:solidFill>
                  <a:schemeClr val="dk1"/>
                </a:solidFill>
                <a:latin typeface="Courier New"/>
                <a:ea typeface="Courier New"/>
                <a:cs typeface="Courier New"/>
                <a:sym typeface="Courier New"/>
              </a:rPr>
              <a:t>165d5f1615a80bf0e106df3954c5a73439f659cf02d6c2eb760c21076fb17043</a:t>
            </a:r>
            <a:endParaRPr sz="1600">
              <a:solidFill>
                <a:schemeClr val="dk1"/>
              </a:solidFill>
              <a:latin typeface="Courier New"/>
              <a:ea typeface="Courier New"/>
              <a:cs typeface="Courier New"/>
              <a:sym typeface="Courier New"/>
            </a:endParaRPr>
          </a:p>
          <a:p>
            <a:pPr indent="-330200" lvl="0" marL="457200" rtl="0" algn="l">
              <a:spcBef>
                <a:spcPts val="0"/>
              </a:spcBef>
              <a:spcAft>
                <a:spcPts val="0"/>
              </a:spcAft>
              <a:buClr>
                <a:schemeClr val="dk1"/>
              </a:buClr>
              <a:buSzPts val="1600"/>
              <a:buChar char="●"/>
            </a:pPr>
            <a:r>
              <a:rPr lang="es-AR" sz="1600">
                <a:solidFill>
                  <a:schemeClr val="dk1"/>
                </a:solidFill>
              </a:rPr>
              <a:t>Es un resumen, porque sin importar el tamaño del documento, la función devuelve un hash de la misma longitud.</a:t>
            </a:r>
            <a:endParaRPr sz="1600">
              <a:solidFill>
                <a:schemeClr val="dk1"/>
              </a:solidFill>
            </a:endParaRPr>
          </a:p>
          <a:p>
            <a:pPr indent="-330200" lvl="0" marL="457200" rtl="0" algn="l">
              <a:spcBef>
                <a:spcPts val="0"/>
              </a:spcBef>
              <a:spcAft>
                <a:spcPts val="0"/>
              </a:spcAft>
              <a:buClr>
                <a:schemeClr val="dk1"/>
              </a:buClr>
              <a:buSzPts val="1600"/>
              <a:buChar char="●"/>
            </a:pPr>
            <a:r>
              <a:rPr lang="es-AR" sz="1600">
                <a:solidFill>
                  <a:schemeClr val="dk1"/>
                </a:solidFill>
              </a:rPr>
              <a:t>Es unidireccional, porque no es posible convertir el hash nuevamente en el documento original, ni conocer el contenido del documento a partir del hash.</a:t>
            </a:r>
            <a:endParaRPr sz="1600">
              <a:solidFill>
                <a:schemeClr val="dk1"/>
              </a:solidFill>
            </a:endParaRPr>
          </a:p>
          <a:p>
            <a:pPr indent="-330200" lvl="0" marL="457200" rtl="0" algn="l">
              <a:spcBef>
                <a:spcPts val="0"/>
              </a:spcBef>
              <a:spcAft>
                <a:spcPts val="0"/>
              </a:spcAft>
              <a:buClr>
                <a:schemeClr val="dk1"/>
              </a:buClr>
              <a:buSzPts val="1600"/>
              <a:buChar char="●"/>
            </a:pPr>
            <a:r>
              <a:rPr lang="es-AR" sz="1600">
                <a:solidFill>
                  <a:schemeClr val="dk1"/>
                </a:solidFill>
              </a:rPr>
              <a:t>Al ser una función matemática, aplicarla sobre un mismo documento o mensaje devuelve siempre el mismo hash.</a:t>
            </a:r>
            <a:endParaRPr sz="1600">
              <a:solidFill>
                <a:schemeClr val="dk1"/>
              </a:solidFill>
            </a:endParaRPr>
          </a:p>
          <a:p>
            <a:pPr indent="-330200" lvl="0" marL="457200" rtl="0" algn="l">
              <a:spcBef>
                <a:spcPts val="0"/>
              </a:spcBef>
              <a:spcAft>
                <a:spcPts val="0"/>
              </a:spcAft>
              <a:buClr>
                <a:schemeClr val="dk1"/>
              </a:buClr>
              <a:buSzPts val="1600"/>
              <a:buChar char="●"/>
            </a:pPr>
            <a:r>
              <a:rPr lang="es-AR" sz="1600">
                <a:solidFill>
                  <a:schemeClr val="dk1"/>
                </a:solidFill>
              </a:rPr>
              <a:t>Es estadísticamente imposible encontrar dos documentos distintos que posean el mismo hash.</a:t>
            </a:r>
            <a:endParaRPr sz="1600">
              <a:solidFill>
                <a:schemeClr val="dk1"/>
              </a:solidFill>
            </a:endParaRPr>
          </a:p>
          <a:p>
            <a:pPr indent="-330200" lvl="0" marL="457200" rtl="0" algn="l">
              <a:spcBef>
                <a:spcPts val="0"/>
              </a:spcBef>
              <a:spcAft>
                <a:spcPts val="0"/>
              </a:spcAft>
              <a:buClr>
                <a:schemeClr val="dk1"/>
              </a:buClr>
              <a:buSzPts val="1600"/>
              <a:buChar char="●"/>
            </a:pPr>
            <a:r>
              <a:rPr lang="es-AR" sz="1600">
                <a:solidFill>
                  <a:schemeClr val="dk1"/>
                </a:solidFill>
              </a:rPr>
              <a:t>Dos documentos pueden parecer a simple vista idénticos, pero poseer distinto hash. Aunque parezcan idénticos, si el hash difiere, no pueden considerarse el mismo documento digital.</a:t>
            </a:r>
            <a:endParaRPr sz="1600">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funciona la firma digital?</a:t>
            </a:r>
            <a:endParaRPr b="1" sz="3500">
              <a:solidFill>
                <a:srgbClr val="C7243A"/>
              </a:solidFill>
            </a:endParaRPr>
          </a:p>
        </p:txBody>
      </p:sp>
      <p:sp>
        <p:nvSpPr>
          <p:cNvPr id="143" name="Google Shape;143;p27"/>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44" name="Google Shape;144;p27"/>
          <p:cNvSpPr txBox="1"/>
          <p:nvPr/>
        </p:nvSpPr>
        <p:spPr>
          <a:xfrm>
            <a:off x="546900" y="1368925"/>
            <a:ext cx="9131400" cy="30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AR" sz="2200">
                <a:solidFill>
                  <a:srgbClr val="963334"/>
                </a:solidFill>
              </a:rPr>
              <a:t>Proceso de </a:t>
            </a:r>
            <a:r>
              <a:rPr b="1" lang="es-AR" sz="2200">
                <a:solidFill>
                  <a:srgbClr val="963334"/>
                </a:solidFill>
              </a:rPr>
              <a:t>Firma</a:t>
            </a:r>
            <a:endParaRPr b="1" sz="2200">
              <a:solidFill>
                <a:srgbClr val="963334"/>
              </a:solidFill>
            </a:endParaRPr>
          </a:p>
          <a:p>
            <a:pPr indent="0" lvl="0" marL="0" rtl="0" algn="l">
              <a:lnSpc>
                <a:spcPct val="115000"/>
              </a:lnSpc>
              <a:spcBef>
                <a:spcPts val="0"/>
              </a:spcBef>
              <a:spcAft>
                <a:spcPts val="0"/>
              </a:spcAft>
              <a:buClr>
                <a:schemeClr val="dk1"/>
              </a:buClr>
              <a:buSzPts val="1100"/>
              <a:buFont typeface="Arial"/>
              <a:buNone/>
            </a:pPr>
            <a:r>
              <a:rPr lang="es-AR" sz="1900">
                <a:solidFill>
                  <a:schemeClr val="dk1"/>
                </a:solidFill>
              </a:rPr>
              <a:t>Existe una gran variedad de aplicaciones para firmar digitalmente, pero en esencia todas funcionan del mismo modo:</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es-AR" sz="1900">
                <a:solidFill>
                  <a:schemeClr val="dk1"/>
                </a:solidFill>
              </a:rPr>
              <a:t>Al momento de firmar, la aplicación calcula el hash del documento.</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es-AR" sz="1900">
                <a:solidFill>
                  <a:schemeClr val="dk1"/>
                </a:solidFill>
              </a:rPr>
              <a:t>Luego utiliza la clave privada para cifrar ese hash (es en ese momento cuando solicita la contraseña con la que el usuario protegió su clave privada).</a:t>
            </a:r>
            <a:endParaRPr sz="1900">
              <a:solidFill>
                <a:schemeClr val="dk1"/>
              </a:solidFill>
            </a:endParaRPr>
          </a:p>
          <a:p>
            <a:pPr indent="-349250" lvl="0" marL="457200" rtl="0" algn="l">
              <a:spcBef>
                <a:spcPts val="0"/>
              </a:spcBef>
              <a:spcAft>
                <a:spcPts val="0"/>
              </a:spcAft>
              <a:buClr>
                <a:schemeClr val="dk1"/>
              </a:buClr>
              <a:buSzPts val="1900"/>
              <a:buAutoNum type="arabicPeriod"/>
            </a:pPr>
            <a:r>
              <a:rPr lang="es-AR" sz="1900">
                <a:solidFill>
                  <a:schemeClr val="dk1"/>
                </a:solidFill>
              </a:rPr>
              <a:t>Finalmente, el hash cifrado se incorpora, junto con otros datos (fecha y hora de firma, datos del firmante, etc), como anexo del documento, obteniendo así un documento </a:t>
            </a:r>
            <a:r>
              <a:rPr lang="es-AR" sz="1900">
                <a:solidFill>
                  <a:schemeClr val="dk1"/>
                </a:solidFill>
              </a:rPr>
              <a:t>f</a:t>
            </a:r>
            <a:r>
              <a:rPr lang="es-AR" sz="1900">
                <a:solidFill>
                  <a:schemeClr val="dk1"/>
                </a:solidFill>
              </a:rPr>
              <a:t>irmado digitalmente.</a:t>
            </a:r>
            <a:endParaRPr sz="19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funciona la firma digital?</a:t>
            </a:r>
            <a:endParaRPr b="1" sz="3500">
              <a:solidFill>
                <a:srgbClr val="C7243A"/>
              </a:solidFill>
            </a:endParaRPr>
          </a:p>
        </p:txBody>
      </p:sp>
      <p:sp>
        <p:nvSpPr>
          <p:cNvPr id="150" name="Google Shape;150;p28"/>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51" name="Google Shape;151;p28"/>
          <p:cNvSpPr txBox="1"/>
          <p:nvPr/>
        </p:nvSpPr>
        <p:spPr>
          <a:xfrm>
            <a:off x="690825" y="1368925"/>
            <a:ext cx="8987400" cy="40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AR" sz="2200">
                <a:solidFill>
                  <a:srgbClr val="963334"/>
                </a:solidFill>
              </a:rPr>
              <a:t>Certificado Digital</a:t>
            </a:r>
            <a:endParaRPr sz="1300">
              <a:solidFill>
                <a:schemeClr val="dk1"/>
              </a:solidFill>
            </a:endParaRPr>
          </a:p>
          <a:p>
            <a:pPr indent="0" lvl="0" marL="0" rtl="0" algn="l">
              <a:spcBef>
                <a:spcPts val="0"/>
              </a:spcBef>
              <a:spcAft>
                <a:spcPts val="0"/>
              </a:spcAft>
              <a:buNone/>
            </a:pPr>
            <a:r>
              <a:rPr lang="es-AR" sz="1600">
                <a:solidFill>
                  <a:schemeClr val="dk1"/>
                </a:solidFill>
              </a:rPr>
              <a:t>Para que el procedimiento de firma y autenticación sea confiable, necesitamos la seguridad de que esa clave pública efectivamente pertenece al firmante. Para esto, utilizan documentos llamados Certificados Digitales. </a:t>
            </a:r>
            <a:endParaRPr i="1" sz="1600">
              <a:solidFill>
                <a:schemeClr val="dk1"/>
              </a:solidFill>
            </a:endParaRPr>
          </a:p>
          <a:p>
            <a:pPr indent="0" lvl="0" marL="0" rtl="0" algn="l">
              <a:spcBef>
                <a:spcPts val="0"/>
              </a:spcBef>
              <a:spcAft>
                <a:spcPts val="0"/>
              </a:spcAft>
              <a:buNone/>
            </a:pPr>
            <a:r>
              <a:rPr i="1" lang="es-AR" sz="1600">
                <a:solidFill>
                  <a:schemeClr val="dk1"/>
                </a:solidFill>
              </a:rPr>
              <a:t>Un </a:t>
            </a:r>
            <a:r>
              <a:rPr b="1" i="1" lang="es-AR" sz="1600">
                <a:solidFill>
                  <a:schemeClr val="dk1"/>
                </a:solidFill>
              </a:rPr>
              <a:t>Certificado Digital</a:t>
            </a:r>
            <a:r>
              <a:rPr i="1" lang="es-AR" sz="1600">
                <a:solidFill>
                  <a:schemeClr val="dk1"/>
                </a:solidFill>
              </a:rPr>
              <a:t> es un documento firmado digitalmente por una autoridad, en el cual se atestigua que una clave pública pertenece a un determinado individuo o entidad</a:t>
            </a:r>
            <a:r>
              <a:rPr lang="es-AR" sz="1600">
                <a:solidFill>
                  <a:schemeClr val="dk1"/>
                </a:solidFill>
              </a:rPr>
              <a:t>. En general, contiene datos de identidad de la persona, su clave pública y el nombre de la autoridad que emitió el certificado. Todos los datos de identidad son previamente validados por esta autoridad, y el certificado se puede autenticar de la misma forma que cualquier otro documento con firma digital.</a:t>
            </a:r>
            <a:endParaRPr sz="1600">
              <a:solidFill>
                <a:schemeClr val="dk1"/>
              </a:solidFill>
            </a:endParaRPr>
          </a:p>
          <a:p>
            <a:pPr indent="0" lvl="0" marL="0" rtl="0" algn="l">
              <a:spcBef>
                <a:spcPts val="0"/>
              </a:spcBef>
              <a:spcAft>
                <a:spcPts val="0"/>
              </a:spcAft>
              <a:buNone/>
            </a:pPr>
            <a:r>
              <a:rPr lang="es-AR" sz="1600">
                <a:solidFill>
                  <a:schemeClr val="dk1"/>
                </a:solidFill>
              </a:rPr>
              <a:t>La Infraestructura de Clave Pública es el conjunto de procedimientos, políticas y roles normados que definen cómo se generan y organizan esos certificados. Si el certificado es auténtico y confiamos en la autoridad emisora, podemos asegurar la identidad del firmante. </a:t>
            </a:r>
            <a:endParaRPr sz="1600">
              <a:solidFill>
                <a:schemeClr val="dk1"/>
              </a:solidFill>
            </a:endParaRPr>
          </a:p>
          <a:p>
            <a:pPr indent="0" lvl="0" marL="0" rtl="0" algn="l">
              <a:spcBef>
                <a:spcPts val="0"/>
              </a:spcBef>
              <a:spcAft>
                <a:spcPts val="0"/>
              </a:spcAft>
              <a:buNone/>
            </a:pPr>
            <a:r>
              <a:rPr lang="es-AR" sz="1600">
                <a:solidFill>
                  <a:schemeClr val="dk1"/>
                </a:solidFill>
              </a:rPr>
              <a:t>En nuestro país, esta regulación se conoce como Infraestructura de Firma Digital de la República Argentina (IFDRA).</a:t>
            </a:r>
            <a:endParaRPr sz="2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reconocer una firma digital?</a:t>
            </a:r>
            <a:endParaRPr b="1" sz="3500">
              <a:solidFill>
                <a:srgbClr val="C7243A"/>
              </a:solidFill>
            </a:endParaRPr>
          </a:p>
        </p:txBody>
      </p:sp>
      <p:sp>
        <p:nvSpPr>
          <p:cNvPr id="157" name="Google Shape;157;p29"/>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58" name="Google Shape;158;p29"/>
          <p:cNvSpPr txBox="1"/>
          <p:nvPr/>
        </p:nvSpPr>
        <p:spPr>
          <a:xfrm>
            <a:off x="690825" y="1368925"/>
            <a:ext cx="89874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solidFill>
                  <a:schemeClr val="dk1"/>
                </a:solidFill>
              </a:rPr>
              <a:t>La firma digital es un pequeño bloque de información que suele anexarse o “incrustarse” al documento firmado. No es directamente visible en el documento, pero la mayoría de las aplicaciones que trabajan con documentos permiten distinguir cuales están firmados y ver los detalles de la firma. Muchos documentos poseen además un ​ sello ​ o ​ marca de agua ​ en el texto, que indica datos del firmante o emula la firma manuscrita. Este sello puede ayudarnos a distinguir un documento firmado, pero el sello y la firma digital ​ no son lo mismo ​ : Un documento firmado digitalmente puede carecer de sello, y puede existir un documento sellado sin firma digital.</a:t>
            </a:r>
            <a:endParaRPr b="1" sz="2200">
              <a:solidFill>
                <a:srgbClr val="96333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¿Cómo se obtiene una firma digital?</a:t>
            </a:r>
            <a:endParaRPr b="1" sz="3500">
              <a:solidFill>
                <a:srgbClr val="C7243A"/>
              </a:solidFill>
            </a:endParaRPr>
          </a:p>
        </p:txBody>
      </p:sp>
      <p:sp>
        <p:nvSpPr>
          <p:cNvPr id="164" name="Google Shape;164;p30"/>
          <p:cNvSpPr txBox="1"/>
          <p:nvPr/>
        </p:nvSpPr>
        <p:spPr>
          <a:xfrm>
            <a:off x="0" y="1304550"/>
            <a:ext cx="94767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65" name="Google Shape;165;p30"/>
          <p:cNvSpPr txBox="1"/>
          <p:nvPr/>
        </p:nvSpPr>
        <p:spPr>
          <a:xfrm>
            <a:off x="690825" y="1368925"/>
            <a:ext cx="8987400" cy="28938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Char char="●"/>
            </a:pPr>
            <a:r>
              <a:rPr b="1" lang="es-AR" sz="2200">
                <a:solidFill>
                  <a:schemeClr val="dk1"/>
                </a:solidFill>
              </a:rPr>
              <a:t>Firma Digital Token:</a:t>
            </a:r>
            <a:r>
              <a:rPr lang="es-AR" sz="2200">
                <a:solidFill>
                  <a:schemeClr val="dk1"/>
                </a:solidFill>
              </a:rPr>
              <a:t> ​ Requiere un dispositivo físico donde se almacena el certificado. Puede obtenerse en cualquier Autoridad de Registro​ de la Administración Pública, o consultar con alguno de los ​ Certificadores Licenciados​ .</a:t>
            </a:r>
            <a:endParaRPr sz="2200">
              <a:solidFill>
                <a:schemeClr val="dk1"/>
              </a:solidFill>
            </a:endParaRPr>
          </a:p>
          <a:p>
            <a:pPr indent="-368300" lvl="0" marL="457200" rtl="0" algn="l">
              <a:spcBef>
                <a:spcPts val="0"/>
              </a:spcBef>
              <a:spcAft>
                <a:spcPts val="0"/>
              </a:spcAft>
              <a:buClr>
                <a:schemeClr val="dk1"/>
              </a:buClr>
              <a:buSzPts val="2200"/>
              <a:buChar char="●"/>
            </a:pPr>
            <a:r>
              <a:rPr b="1" lang="es-AR" sz="2200">
                <a:solidFill>
                  <a:schemeClr val="dk1"/>
                </a:solidFill>
              </a:rPr>
              <a:t>Firma Digital Cloud</a:t>
            </a:r>
            <a:r>
              <a:rPr lang="es-AR" sz="2200">
                <a:solidFill>
                  <a:schemeClr val="dk1"/>
                </a:solidFill>
              </a:rPr>
              <a:t>: ​ Permite firmar a través de una plataforma online. Puede consultar características, requisitos y forma de obtenerla en la ​ Plataforma de Firma Digital Remota (PFDR)​ .</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Diferencia entre firma electrónica y digital</a:t>
            </a:r>
            <a:endParaRPr b="1" sz="3500">
              <a:solidFill>
                <a:srgbClr val="C7243A"/>
              </a:solidFill>
            </a:endParaRPr>
          </a:p>
        </p:txBody>
      </p:sp>
      <p:sp>
        <p:nvSpPr>
          <p:cNvPr id="171" name="Google Shape;171;p31"/>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72" name="Google Shape;172;p31"/>
          <p:cNvSpPr txBox="1"/>
          <p:nvPr/>
        </p:nvSpPr>
        <p:spPr>
          <a:xfrm>
            <a:off x="690825" y="1368925"/>
            <a:ext cx="89874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000">
                <a:solidFill>
                  <a:schemeClr val="dk1"/>
                </a:solidFill>
              </a:rPr>
              <a:t>La ley define a la </a:t>
            </a:r>
            <a:r>
              <a:rPr b="1" i="1" lang="es-AR" sz="2000">
                <a:solidFill>
                  <a:srgbClr val="C7243A"/>
                </a:solidFill>
              </a:rPr>
              <a:t>firma electrónica </a:t>
            </a:r>
            <a:r>
              <a:rPr lang="es-AR" sz="2000">
                <a:solidFill>
                  <a:schemeClr val="dk1"/>
                </a:solidFill>
              </a:rPr>
              <a:t>como “al conjunto de datos electrónicos integrados, ligados o asociados de manera lógica a otros datos electrónicos, utilizado por el signatario como su medio de identificación, que carezca de alguno de los requisitos legales para ser considerada firma digital”. Entonces, para poder ser considerada firma electrónica, el procedimiento debe al menos poseer las propiedades de Autenticación e Integridad, y por ende No Repudio. </a:t>
            </a:r>
            <a:endParaRPr sz="2000">
              <a:solidFill>
                <a:schemeClr val="dk1"/>
              </a:solidFill>
            </a:endParaRPr>
          </a:p>
          <a:p>
            <a:pPr indent="0" lvl="0" marL="0" rtl="0" algn="l">
              <a:spcBef>
                <a:spcPts val="0"/>
              </a:spcBef>
              <a:spcAft>
                <a:spcPts val="0"/>
              </a:spcAft>
              <a:buNone/>
            </a:pPr>
            <a:r>
              <a:rPr b="1" i="1" lang="es-AR" sz="2000">
                <a:solidFill>
                  <a:schemeClr val="dk1"/>
                </a:solidFill>
              </a:rPr>
              <a:t>La diferencia entre una Firma Digital y una Firma Electrónica es que la primera se realiza con un Certificado Válido.</a:t>
            </a:r>
            <a:endParaRPr b="1" i="1" sz="3200">
              <a:solidFill>
                <a:srgbClr val="96333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Beneficios de utilizar firma digital</a:t>
            </a:r>
            <a:endParaRPr b="1" sz="3500">
              <a:solidFill>
                <a:srgbClr val="C7243A"/>
              </a:solidFill>
            </a:endParaRPr>
          </a:p>
        </p:txBody>
      </p:sp>
      <p:sp>
        <p:nvSpPr>
          <p:cNvPr id="178" name="Google Shape;178;p32"/>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79" name="Google Shape;179;p32"/>
          <p:cNvSpPr txBox="1"/>
          <p:nvPr/>
        </p:nvSpPr>
        <p:spPr>
          <a:xfrm>
            <a:off x="690825" y="1368925"/>
            <a:ext cx="8987400" cy="28599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Char char="●"/>
            </a:pPr>
            <a:r>
              <a:rPr lang="es-AR" sz="2200">
                <a:solidFill>
                  <a:schemeClr val="dk1"/>
                </a:solidFill>
              </a:rPr>
              <a:t>Se utiliza principalmente para firmar documentos PDF y correos electrónicos, pero también permite firmar documentos de texto, plantillas, imágenes y virtualmente cualquier tipo de documento. Su tecnología está incorporada en transacciones electrónicas, formularios web y navegación en páginas seguras.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s-AR" sz="2200">
                <a:solidFill>
                  <a:schemeClr val="dk1"/>
                </a:solidFill>
              </a:rPr>
              <a:t>Ahorrar costos y espacios físicos a través de la despapelización.</a:t>
            </a:r>
            <a:endParaRPr sz="2200">
              <a:solidFill>
                <a:schemeClr val="dk1"/>
              </a:solidFill>
            </a:endParaRPr>
          </a:p>
          <a:p>
            <a:pPr indent="0" lvl="0" marL="457200" rtl="0" algn="l">
              <a:lnSpc>
                <a:spcPct val="115000"/>
              </a:lnSpc>
              <a:spcBef>
                <a:spcPts val="0"/>
              </a:spcBef>
              <a:spcAft>
                <a:spcPts val="0"/>
              </a:spcAft>
              <a:buNone/>
            </a:pPr>
            <a:r>
              <a:t/>
            </a:r>
            <a:endParaRPr sz="2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Beneficios de utilizar firma digital</a:t>
            </a:r>
            <a:endParaRPr b="1" sz="3500">
              <a:solidFill>
                <a:srgbClr val="C7243A"/>
              </a:solidFill>
            </a:endParaRPr>
          </a:p>
        </p:txBody>
      </p:sp>
      <p:sp>
        <p:nvSpPr>
          <p:cNvPr id="185" name="Google Shape;185;p33"/>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86" name="Google Shape;186;p33"/>
          <p:cNvSpPr txBox="1"/>
          <p:nvPr/>
        </p:nvSpPr>
        <p:spPr>
          <a:xfrm>
            <a:off x="690825" y="1368925"/>
            <a:ext cx="8987400" cy="32493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Char char="●"/>
            </a:pPr>
            <a:r>
              <a:rPr lang="es-AR" sz="2200">
                <a:solidFill>
                  <a:schemeClr val="dk1"/>
                </a:solidFill>
              </a:rPr>
              <a:t>Agilizar los procesos de consulta, mejorando la calidad de la información y los tiempos de tareas manuales.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s-AR" sz="2200">
                <a:solidFill>
                  <a:schemeClr val="dk1"/>
                </a:solidFill>
              </a:rPr>
              <a:t>Mantener la información actualizada, centralizada, segura y perdurable en el tiempo.</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s-AR" sz="2200">
                <a:solidFill>
                  <a:schemeClr val="dk1"/>
                </a:solidFill>
              </a:rPr>
              <a:t>Lograr un mayor y mejor acceso en la disponibilidad de la información sin dependencia de barreras temporales y geográficas.</a:t>
            </a:r>
            <a:endParaRPr sz="2200">
              <a:solidFill>
                <a:schemeClr val="dk1"/>
              </a:solidFill>
            </a:endParaRPr>
          </a:p>
          <a:p>
            <a:pPr indent="0" lvl="0" marL="457200" rtl="0" algn="l">
              <a:lnSpc>
                <a:spcPct val="115000"/>
              </a:lnSpc>
              <a:spcBef>
                <a:spcPts val="0"/>
              </a:spcBef>
              <a:spcAft>
                <a:spcPts val="0"/>
              </a:spcAft>
              <a:buNone/>
            </a:pPr>
            <a:r>
              <a:t/>
            </a:r>
            <a:endParaRPr sz="2200">
              <a:solidFill>
                <a:schemeClr val="dk1"/>
              </a:solidFill>
            </a:endParaRPr>
          </a:p>
          <a:p>
            <a:pPr indent="0" lvl="0" marL="457200" rtl="0" algn="l">
              <a:lnSpc>
                <a:spcPct val="115000"/>
              </a:lnSpc>
              <a:spcBef>
                <a:spcPts val="0"/>
              </a:spcBef>
              <a:spcAft>
                <a:spcPts val="0"/>
              </a:spcAft>
              <a:buNone/>
            </a:pPr>
            <a:r>
              <a:t/>
            </a:r>
            <a:endParaRPr sz="2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Por qué implementar firma digital</a:t>
            </a:r>
            <a:endParaRPr b="1" sz="3500">
              <a:solidFill>
                <a:srgbClr val="C7243A"/>
              </a:solidFill>
            </a:endParaRPr>
          </a:p>
        </p:txBody>
      </p:sp>
      <p:sp>
        <p:nvSpPr>
          <p:cNvPr id="192" name="Google Shape;192;p34"/>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193" name="Google Shape;193;p34"/>
          <p:cNvSpPr txBox="1"/>
          <p:nvPr/>
        </p:nvSpPr>
        <p:spPr>
          <a:xfrm>
            <a:off x="690825" y="1368925"/>
            <a:ext cx="8987400" cy="36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AR" sz="2000">
                <a:solidFill>
                  <a:schemeClr val="dk1"/>
                </a:solidFill>
              </a:rPr>
              <a:t>Mantenernos en el mundo del papel genera problemas de: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Almacenamiento: espacio físico para la guarda y vigilancia del archivo.</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Manipulación: dificultades para su traslado y medio de soporte débil.</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Accesibilidad: lento acceso a la información requerida.</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Procesamiento: dificultades para procesar y actualizar la información.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Toma de decisiones: imposibilidad de aplicar software diseñado para la toma de decisiones.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s-AR" sz="2000">
                <a:solidFill>
                  <a:schemeClr val="dk1"/>
                </a:solidFill>
              </a:rPr>
              <a:t> Seguridad: alta exposición al fraude, problemas para brindar confidencialidad, ineficiencias para crear backups de la información.</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000"/>
              </a:spcAft>
              <a:buNone/>
            </a:pPr>
            <a:r>
              <a:rPr b="1" lang="es-AR" sz="3200">
                <a:solidFill>
                  <a:srgbClr val="C7243A"/>
                </a:solidFill>
              </a:rPr>
              <a:t>Cambio de paradigma</a:t>
            </a:r>
            <a:endParaRPr b="1" sz="3500">
              <a:solidFill>
                <a:srgbClr val="C7243A"/>
              </a:solidFill>
            </a:endParaRPr>
          </a:p>
        </p:txBody>
      </p:sp>
      <p:sp>
        <p:nvSpPr>
          <p:cNvPr id="199" name="Google Shape;199;p35"/>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200" name="Google Shape;200;p35"/>
          <p:cNvSpPr txBox="1"/>
          <p:nvPr/>
        </p:nvSpPr>
        <p:spPr>
          <a:xfrm>
            <a:off x="690825" y="1368925"/>
            <a:ext cx="8987400" cy="35040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chemeClr val="dk1"/>
              </a:buClr>
              <a:buSzPts val="1900"/>
              <a:buChar char="●"/>
            </a:pPr>
            <a:r>
              <a:rPr lang="es-AR" sz="1900">
                <a:solidFill>
                  <a:schemeClr val="dk1"/>
                </a:solidFill>
              </a:rPr>
              <a:t>La Firma Digital implica repensar el modo en el que se desarrollan las tareas enfocándose hacia procedimientos mucho más dinámicos y eficientes.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s-AR" sz="1900">
                <a:solidFill>
                  <a:schemeClr val="dk1"/>
                </a:solidFill>
              </a:rPr>
              <a:t>La Firma Digital no es nada por </a:t>
            </a:r>
            <a:r>
              <a:rPr lang="es-AR" sz="1900">
                <a:solidFill>
                  <a:schemeClr val="dk1"/>
                </a:solidFill>
              </a:rPr>
              <a:t>sí misma</a:t>
            </a:r>
            <a:r>
              <a:rPr lang="es-AR" sz="1900">
                <a:solidFill>
                  <a:schemeClr val="dk1"/>
                </a:solidFill>
              </a:rPr>
              <a:t>, si no va acompañada por un cambio de paradigmas en cuanto al desarrollo de procesos y procedimientos.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s-AR" sz="1900">
                <a:solidFill>
                  <a:schemeClr val="dk1"/>
                </a:solidFill>
              </a:rPr>
              <a:t>Implica una nueva forma de gestión del Sector Público que a su vez necesitará de cambios en el manejo de la información: se hace más eficiente la administración de la información en cuanto a los tiempos de respuesta.</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s-AR" sz="1900">
                <a:solidFill>
                  <a:schemeClr val="dk1"/>
                </a:solidFill>
              </a:rPr>
              <a:t> La digitalización de la información brinda ventajas en materia de acceso a los datos por lo que es importante desarrollar una cultura de compartir la información entre las distintas áreas del organismo.</a:t>
            </a:r>
            <a:endParaRPr sz="19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nvSpPr>
        <p:spPr>
          <a:xfrm>
            <a:off x="608550" y="1533025"/>
            <a:ext cx="9091800" cy="168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SzPts val="4800"/>
              <a:buNone/>
            </a:pPr>
            <a:r>
              <a:rPr b="1" lang="es-AR" sz="4800">
                <a:solidFill>
                  <a:srgbClr val="963334"/>
                </a:solidFill>
              </a:rPr>
              <a:t>Implementaciones de firmas digital exitosas</a:t>
            </a:r>
            <a:endParaRPr sz="5000">
              <a:solidFill>
                <a:srgbClr val="C7243A"/>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nvSpPr>
        <p:spPr>
          <a:xfrm>
            <a:off x="338925" y="763650"/>
            <a:ext cx="9476700" cy="464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s-AR" sz="2700">
                <a:solidFill>
                  <a:srgbClr val="C7243A"/>
                </a:solidFill>
              </a:rPr>
              <a:t>Chile: Pandemia, contratación laboral y firma digital</a:t>
            </a:r>
            <a:endParaRPr b="1" sz="3000">
              <a:solidFill>
                <a:srgbClr val="C7243A"/>
              </a:solidFill>
            </a:endParaRPr>
          </a:p>
        </p:txBody>
      </p:sp>
      <p:sp>
        <p:nvSpPr>
          <p:cNvPr id="211" name="Google Shape;211;p37"/>
          <p:cNvSpPr txBox="1"/>
          <p:nvPr/>
        </p:nvSpPr>
        <p:spPr>
          <a:xfrm>
            <a:off x="417375" y="1304550"/>
            <a:ext cx="9398100" cy="398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212" name="Google Shape;212;p37"/>
          <p:cNvSpPr txBox="1"/>
          <p:nvPr/>
        </p:nvSpPr>
        <p:spPr>
          <a:xfrm>
            <a:off x="280125" y="1368925"/>
            <a:ext cx="9398100" cy="383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AR" sz="1300">
                <a:solidFill>
                  <a:schemeClr val="dk1"/>
                </a:solidFill>
              </a:rPr>
              <a:t>Producto de la Pandemia mundial de Covid que acechó al mundo en 2020 motivó a los trabajadores y, en especial, a las empresas a tomar la decisión de priorizar la digitalización de sus procesos e implementar herramientas que les permitan realizar sus labores a distancia.</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AR" sz="1300">
                <a:solidFill>
                  <a:schemeClr val="dk1"/>
                </a:solidFill>
              </a:rPr>
              <a:t>Tanto fue el impacto que, según la consultora HR Buro, el 100% de las entrevistas de trabajo en 2021 se hicieron de manera virtual y una gran cantidad de estos nuevos trabajadores iniciaron sus labores con teletrabajo; algunos incluso desde fuera de la ciudad de origen de la empresa en cuestión, y todo esto gracias a la digitalización de los trámites.</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AR" sz="1300">
                <a:solidFill>
                  <a:schemeClr val="dk1"/>
                </a:solidFill>
              </a:rPr>
              <a:t>Estos cambios en la modalidad de trabajo han provocado escenarios en los que es necesario el uso generalizado de herramientas que antes eran de nicho, como la firma electrónica de documentos. Esto ha impactado particularmente a los procesos que se refieren a la contratación de personal; trámites que por lo general involucran gran cantidad de documentación y que antes de la pandemia requerían la presencia física de todas las partes involucradas. Es aquí donde la firma electrónica y su integración aligera estos procesos tanto para la empresa como para el contratado, entregando mayor flexibilidad y rapidez en la ejecución, ya que permite a las personas firmar desde cualquier lugar y desde múltiples dispositivos sin la necesidad de asistir de manera presencial. Todo esto sin dejar de lado los diversos beneficios que brinda a la empresa: económicos, de seguridad y de ahorro de tiempo, que al realizarse de manera presencial no eran posibles.</a:t>
            </a:r>
            <a:endParaRPr sz="1300">
              <a:solidFill>
                <a:schemeClr val="dk1"/>
              </a:solidFill>
            </a:endParaRPr>
          </a:p>
          <a:p>
            <a:pPr indent="0" lvl="0" marL="0" rtl="0" algn="l">
              <a:lnSpc>
                <a:spcPct val="115000"/>
              </a:lnSpc>
              <a:spcBef>
                <a:spcPts val="0"/>
              </a:spcBef>
              <a:spcAft>
                <a:spcPts val="0"/>
              </a:spcAft>
              <a:buNone/>
            </a:pPr>
            <a:r>
              <a:rPr lang="es-AR" sz="1300">
                <a:solidFill>
                  <a:schemeClr val="dk1"/>
                </a:solidFill>
              </a:rPr>
              <a:t>Por lo tanto, desde mi experiencia y sustentado plenamente por la de nuestros clientes, no es posible negar que la firma electrónica ha llegado a facilitar y ayudar a las empresas de todos los rubros con este trámite que tiende a ser complicado.</a:t>
            </a:r>
            <a:endParaRPr sz="13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txBox="1"/>
          <p:nvPr/>
        </p:nvSpPr>
        <p:spPr>
          <a:xfrm>
            <a:off x="338925" y="763650"/>
            <a:ext cx="9476700" cy="1294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s-AR" sz="2400">
                <a:solidFill>
                  <a:srgbClr val="C7243A"/>
                </a:solidFill>
              </a:rPr>
              <a:t>ARGENTINA Y URUGUAY FIRMARON UN MEMORÁNDUM PARA LA IMPLEMENTACIÓN DEL ACUERDO DE CERTIFICADOS DE FIRMA DIGITAL DEL MERCOSUR</a:t>
            </a:r>
            <a:endParaRPr b="1" sz="2700">
              <a:solidFill>
                <a:srgbClr val="C7243A"/>
              </a:solidFill>
            </a:endParaRPr>
          </a:p>
        </p:txBody>
      </p:sp>
      <p:sp>
        <p:nvSpPr>
          <p:cNvPr id="218" name="Google Shape;218;p38"/>
          <p:cNvSpPr txBox="1"/>
          <p:nvPr/>
        </p:nvSpPr>
        <p:spPr>
          <a:xfrm>
            <a:off x="417375" y="2058150"/>
            <a:ext cx="9398100" cy="323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219" name="Google Shape;219;p38"/>
          <p:cNvSpPr txBox="1"/>
          <p:nvPr/>
        </p:nvSpPr>
        <p:spPr>
          <a:xfrm>
            <a:off x="280125" y="2130050"/>
            <a:ext cx="9398100" cy="315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AR" sz="1700">
                <a:solidFill>
                  <a:schemeClr val="dk1"/>
                </a:solidFill>
              </a:rPr>
              <a:t>Autoridades de ambos países establecieron las acciones y actividades operativas orientadas a la implementación del acuerdo suscripto por el Mercosur el 5 de diciembre de 2019. El trabajo conjunto facilita el intercambio de documentos y transacciones electrónicas entre Argentina y Uruguay.</a:t>
            </a:r>
            <a:endParaRPr sz="1700">
              <a:solidFill>
                <a:schemeClr val="dk1"/>
              </a:solidFill>
            </a:endParaRPr>
          </a:p>
          <a:p>
            <a:pPr indent="0" lvl="0" marL="0" rtl="0" algn="l">
              <a:lnSpc>
                <a:spcPct val="115000"/>
              </a:lnSpc>
              <a:spcBef>
                <a:spcPts val="0"/>
              </a:spcBef>
              <a:spcAft>
                <a:spcPts val="0"/>
              </a:spcAft>
              <a:buNone/>
            </a:pPr>
            <a:r>
              <a:rPr lang="es-AR" sz="1700">
                <a:solidFill>
                  <a:schemeClr val="dk1"/>
                </a:solidFill>
              </a:rPr>
              <a:t>Se llevaron adelante, entre otras acciones, el estudio e intercambio de las Políticas de  Certificación implementadas por los países e Informe de Equivalencia de Políticas de </a:t>
            </a:r>
            <a:r>
              <a:rPr lang="es-AR" sz="1700">
                <a:solidFill>
                  <a:schemeClr val="dk1"/>
                </a:solidFill>
              </a:rPr>
              <a:t>c</a:t>
            </a:r>
            <a:r>
              <a:rPr lang="es-AR" sz="1700">
                <a:solidFill>
                  <a:schemeClr val="dk1"/>
                </a:solidFill>
              </a:rPr>
              <a:t>ertificación, la evaluación de requerimientos técnicos observado en el ciclo de vida del certificado digital, la evaluación de requerimientos técnicos para el intercambio de listas de revocación de certificados de firmas digitales a los efectos de ser contemplados por las herramientas de validación de firma en los respectivos países;</a:t>
            </a:r>
            <a:endParaRPr sz="17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nvSpPr>
        <p:spPr>
          <a:xfrm>
            <a:off x="338925" y="763650"/>
            <a:ext cx="9476700" cy="834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s-AR" sz="2700">
                <a:solidFill>
                  <a:srgbClr val="C7243A"/>
                </a:solidFill>
              </a:rPr>
              <a:t>S</a:t>
            </a:r>
            <a:r>
              <a:rPr b="1" lang="es-AR" sz="2700">
                <a:solidFill>
                  <a:srgbClr val="C7243A"/>
                </a:solidFill>
              </a:rPr>
              <a:t>AN LUIS: EL PERSONAL MÉDICO DEL HOSPITAL DE LA PUNTA YA CUENTA CON FIRMA DIGITAL</a:t>
            </a:r>
            <a:endParaRPr b="1" sz="3000">
              <a:solidFill>
                <a:srgbClr val="C7243A"/>
              </a:solidFill>
            </a:endParaRPr>
          </a:p>
        </p:txBody>
      </p:sp>
      <p:sp>
        <p:nvSpPr>
          <p:cNvPr id="225" name="Google Shape;225;p39"/>
          <p:cNvSpPr txBox="1"/>
          <p:nvPr/>
        </p:nvSpPr>
        <p:spPr>
          <a:xfrm>
            <a:off x="417375" y="1829550"/>
            <a:ext cx="9398100" cy="3233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t/>
            </a:r>
            <a:endParaRPr sz="2650">
              <a:solidFill>
                <a:schemeClr val="dk1"/>
              </a:solidFill>
            </a:endParaRPr>
          </a:p>
          <a:p>
            <a:pPr indent="0" lvl="0" marL="0" rtl="0" algn="l">
              <a:lnSpc>
                <a:spcPct val="100000"/>
              </a:lnSpc>
              <a:spcBef>
                <a:spcPts val="1000"/>
              </a:spcBef>
              <a:spcAft>
                <a:spcPts val="0"/>
              </a:spcAft>
              <a:buNone/>
            </a:pPr>
            <a:r>
              <a:t/>
            </a:r>
            <a:endParaRPr sz="2100">
              <a:solidFill>
                <a:schemeClr val="dk1"/>
              </a:solidFill>
            </a:endParaRPr>
          </a:p>
          <a:p>
            <a:pPr indent="0" lvl="0" marL="457200" rtl="0" algn="l">
              <a:lnSpc>
                <a:spcPct val="100000"/>
              </a:lnSpc>
              <a:spcBef>
                <a:spcPts val="1000"/>
              </a:spcBef>
              <a:spcAft>
                <a:spcPts val="1000"/>
              </a:spcAft>
              <a:buNone/>
            </a:pPr>
            <a:r>
              <a:t/>
            </a:r>
            <a:endParaRPr b="1" sz="2000">
              <a:solidFill>
                <a:schemeClr val="dk1"/>
              </a:solidFill>
            </a:endParaRPr>
          </a:p>
        </p:txBody>
      </p:sp>
      <p:sp>
        <p:nvSpPr>
          <p:cNvPr id="226" name="Google Shape;226;p39"/>
          <p:cNvSpPr txBox="1"/>
          <p:nvPr/>
        </p:nvSpPr>
        <p:spPr>
          <a:xfrm>
            <a:off x="193750" y="1626750"/>
            <a:ext cx="9398100" cy="36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AR" sz="2200">
                <a:solidFill>
                  <a:schemeClr val="dk1"/>
                </a:solidFill>
              </a:rPr>
              <a:t>El Instituto de Firma Digital, dependiente del Ministerio de Ciencia y Tecnología de la provincia, llevó a cabo un operativo en el Hospital “María Juliana Becker” de la ciudad de La Punta, mediante el cual emitió la firma digital de los médicos. </a:t>
            </a:r>
            <a:endParaRPr sz="2200">
              <a:solidFill>
                <a:schemeClr val="dk1"/>
              </a:solidFill>
            </a:endParaRPr>
          </a:p>
          <a:p>
            <a:pPr indent="0" lvl="0" marL="0" rtl="0" algn="l">
              <a:lnSpc>
                <a:spcPct val="115000"/>
              </a:lnSpc>
              <a:spcBef>
                <a:spcPts val="0"/>
              </a:spcBef>
              <a:spcAft>
                <a:spcPts val="0"/>
              </a:spcAft>
              <a:buNone/>
            </a:pPr>
            <a:r>
              <a:rPr lang="es-AR" sz="2200">
                <a:solidFill>
                  <a:schemeClr val="dk1"/>
                </a:solidFill>
              </a:rPr>
              <a:t>La firma digital es un mecanismo criptográfico que permite al receptor de un documento firmado digitalmente identificar al emisor del mismo y confirmar que el documento no ha sido alterado desde que fue firmado. En Salud se implementa para los registros médicos y receta digital, entre otros.</a:t>
            </a:r>
            <a:endParaRPr sz="22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0"/>
          <p:cNvSpPr txBox="1"/>
          <p:nvPr/>
        </p:nvSpPr>
        <p:spPr>
          <a:xfrm>
            <a:off x="608550" y="1533025"/>
            <a:ext cx="9091800" cy="168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SzPts val="4800"/>
              <a:buNone/>
            </a:pPr>
            <a:r>
              <a:rPr b="1" lang="es-AR" sz="4800">
                <a:solidFill>
                  <a:srgbClr val="963334"/>
                </a:solidFill>
              </a:rPr>
              <a:t>Muchas gracias.</a:t>
            </a:r>
            <a:endParaRPr sz="5000">
              <a:solidFill>
                <a:srgbClr val="C7243A"/>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
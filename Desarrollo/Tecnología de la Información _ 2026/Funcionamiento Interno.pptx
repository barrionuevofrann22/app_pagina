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5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5143500" cx="9144000"/>
  <p:notesSz cx="6858000" cy="9144000"/>
  <p:embeddedFontLst>
    <p:embeddedFont>
      <p:font typeface="Roboto"/>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39" roundtripDataSignature="AMtx7mgpX4KATDoNtcgsgdWgaEWkUHCB0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oboto-regular.fntdata"/><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oboto-italic.fntdata"/><Relationship Id="rId14" Type="http://schemas.openxmlformats.org/officeDocument/2006/relationships/slide" Target="slides/slide9.xml"/><Relationship Id="rId36" Type="http://schemas.openxmlformats.org/officeDocument/2006/relationships/font" Target="fonts/Roboto-bold.fntdata"/><Relationship Id="rId17" Type="http://schemas.openxmlformats.org/officeDocument/2006/relationships/slide" Target="slides/slide12.xml"/><Relationship Id="rId39" Type="http://customschemas.google.com/relationships/presentationmetadata" Target="metadata"/><Relationship Id="rId16" Type="http://schemas.openxmlformats.org/officeDocument/2006/relationships/slide" Target="slides/slide11.xml"/><Relationship Id="rId38" Type="http://schemas.openxmlformats.org/officeDocument/2006/relationships/font" Target="fonts/Robot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100" u="none" cap="none" strike="noStrike"/>
            </a:lvl1pPr>
            <a:lvl2pPr indent="-228600" lvl="1" marL="914400" marR="0" rtl="0" algn="l">
              <a:spcBef>
                <a:spcPts val="0"/>
              </a:spcBef>
              <a:spcAft>
                <a:spcPts val="0"/>
              </a:spcAft>
              <a:buSzPts val="1400"/>
              <a:buNone/>
              <a:defRPr b="0" i="0" sz="1100" u="none" cap="none" strike="noStrike"/>
            </a:lvl2pPr>
            <a:lvl3pPr indent="-228600" lvl="2" marL="1371600" marR="0" rtl="0" algn="l">
              <a:spcBef>
                <a:spcPts val="0"/>
              </a:spcBef>
              <a:spcAft>
                <a:spcPts val="0"/>
              </a:spcAft>
              <a:buSzPts val="1400"/>
              <a:buNone/>
              <a:defRPr b="0" i="0" sz="1100" u="none" cap="none" strike="noStrike"/>
            </a:lvl3pPr>
            <a:lvl4pPr indent="-228600" lvl="3" marL="1828800" marR="0" rtl="0" algn="l">
              <a:spcBef>
                <a:spcPts val="0"/>
              </a:spcBef>
              <a:spcAft>
                <a:spcPts val="0"/>
              </a:spcAft>
              <a:buSzPts val="1400"/>
              <a:buNone/>
              <a:defRPr b="0" i="0" sz="1100" u="none" cap="none" strike="noStrike"/>
            </a:lvl4pPr>
            <a:lvl5pPr indent="-228600" lvl="4" marL="2286000" marR="0" rtl="0" algn="l">
              <a:spcBef>
                <a:spcPts val="0"/>
              </a:spcBef>
              <a:spcAft>
                <a:spcPts val="0"/>
              </a:spcAft>
              <a:buSzPts val="1400"/>
              <a:buNone/>
              <a:defRPr b="0" i="0" sz="1100" u="none" cap="none" strike="noStrike"/>
            </a:lvl5pPr>
            <a:lvl6pPr indent="-228600" lvl="5" marL="2743200" marR="0" rtl="0" algn="l">
              <a:spcBef>
                <a:spcPts val="0"/>
              </a:spcBef>
              <a:spcAft>
                <a:spcPts val="0"/>
              </a:spcAft>
              <a:buSzPts val="1400"/>
              <a:buNone/>
              <a:defRPr b="0" i="0" sz="1100" u="none" cap="none" strike="noStrike"/>
            </a:lvl6pPr>
            <a:lvl7pPr indent="-228600" lvl="6" marL="3200400" marR="0" rtl="0" algn="l">
              <a:spcBef>
                <a:spcPts val="0"/>
              </a:spcBef>
              <a:spcAft>
                <a:spcPts val="0"/>
              </a:spcAft>
              <a:buSzPts val="1400"/>
              <a:buNone/>
              <a:defRPr b="0" i="0" sz="1100" u="none" cap="none" strike="noStrike"/>
            </a:lvl7pPr>
            <a:lvl8pPr indent="-228600" lvl="7" marL="3657600" marR="0" rtl="0" algn="l">
              <a:spcBef>
                <a:spcPts val="0"/>
              </a:spcBef>
              <a:spcAft>
                <a:spcPts val="0"/>
              </a:spcAft>
              <a:buSzPts val="1400"/>
              <a:buNone/>
              <a:defRPr b="0" i="0" sz="1100" u="none" cap="none" strike="noStrike"/>
            </a:lvl8pPr>
            <a:lvl9pPr indent="-228600" lvl="8" marL="4114800" marR="0" rtl="0" algn="l">
              <a:spcBef>
                <a:spcPts val="0"/>
              </a:spcBef>
              <a:spcAft>
                <a:spcPts val="0"/>
              </a:spcAft>
              <a:buSzPts val="1400"/>
              <a:buNone/>
              <a:defRPr b="0" i="0" sz="1100" u="none" cap="none" strike="noStrike"/>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es"/>
              <a:t>La clase pasada vimos l</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es"/>
              <a:t>La clase pasada vimos l</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es"/>
              <a:t>La clase pasada vimos l</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es"/>
              <a:t>La clase pasada vimos l</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es"/>
              <a:t>La clase pasada vimos l</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es"/>
              <a:t>La clase pasada vimos l</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es"/>
              <a:t>La clase pasada vimos l</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es"/>
              <a:t>La clase pasada vimos l</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es"/>
              <a:t>La clase pasada vimos l</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3" name="Google Shape;27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es"/>
              <a:t>La clase pasada vimos l</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2" name="Google Shape;282;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es"/>
              <a:t>La clase pasada vimos l</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 name="Google Shape;290;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es"/>
              <a:t>La clase pasada vimos l</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0" name="Google Shape;300;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es"/>
              <a:t>La clase pasada vimos l</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9" name="Google Shape;309;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es"/>
              <a:t>La clase pasada vimos l</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31"/>
          <p:cNvSpPr txBox="1"/>
          <p:nvPr>
            <p:ph type="ctrTitle"/>
          </p:nvPr>
        </p:nvSpPr>
        <p:spPr>
          <a:xfrm>
            <a:off x="685800" y="1583342"/>
            <a:ext cx="7772400" cy="1159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800"/>
              <a:buFont typeface="Arial"/>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0" name="Google Shape;10;p31"/>
          <p:cNvSpPr txBox="1"/>
          <p:nvPr>
            <p:ph idx="1" type="subTitle"/>
          </p:nvPr>
        </p:nvSpPr>
        <p:spPr>
          <a:xfrm>
            <a:off x="685800" y="2840053"/>
            <a:ext cx="7772400" cy="7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2"/>
              </a:buClr>
              <a:buSzPts val="3000"/>
              <a:buFont typeface="Arial"/>
              <a:buNone/>
              <a:defRPr>
                <a:solidFill>
                  <a:schemeClr val="dk2"/>
                </a:solidFill>
              </a:defRPr>
            </a:lvl1pPr>
            <a:lvl2pPr lvl="1" algn="ctr">
              <a:lnSpc>
                <a:spcPct val="100000"/>
              </a:lnSpc>
              <a:spcBef>
                <a:spcPts val="0"/>
              </a:spcBef>
              <a:spcAft>
                <a:spcPts val="0"/>
              </a:spcAft>
              <a:buClr>
                <a:schemeClr val="dk2"/>
              </a:buClr>
              <a:buSzPts val="3000"/>
              <a:buFont typeface="Arial"/>
              <a:buNone/>
              <a:defRPr sz="3000">
                <a:solidFill>
                  <a:schemeClr val="dk2"/>
                </a:solidFill>
              </a:defRPr>
            </a:lvl2pPr>
            <a:lvl3pPr lvl="2" algn="ctr">
              <a:lnSpc>
                <a:spcPct val="100000"/>
              </a:lnSpc>
              <a:spcBef>
                <a:spcPts val="0"/>
              </a:spcBef>
              <a:spcAft>
                <a:spcPts val="0"/>
              </a:spcAft>
              <a:buClr>
                <a:schemeClr val="dk2"/>
              </a:buClr>
              <a:buSzPts val="3000"/>
              <a:buFont typeface="Arial"/>
              <a:buNone/>
              <a:defRPr sz="3000">
                <a:solidFill>
                  <a:schemeClr val="dk2"/>
                </a:solidFill>
              </a:defRPr>
            </a:lvl3pPr>
            <a:lvl4pPr lvl="3" algn="ctr">
              <a:lnSpc>
                <a:spcPct val="100000"/>
              </a:lnSpc>
              <a:spcBef>
                <a:spcPts val="0"/>
              </a:spcBef>
              <a:spcAft>
                <a:spcPts val="0"/>
              </a:spcAft>
              <a:buClr>
                <a:schemeClr val="dk2"/>
              </a:buClr>
              <a:buSzPts val="3000"/>
              <a:buFont typeface="Arial"/>
              <a:buNone/>
              <a:defRPr sz="3000">
                <a:solidFill>
                  <a:schemeClr val="dk2"/>
                </a:solidFill>
              </a:defRPr>
            </a:lvl4pPr>
            <a:lvl5pPr lvl="4" algn="ctr">
              <a:lnSpc>
                <a:spcPct val="100000"/>
              </a:lnSpc>
              <a:spcBef>
                <a:spcPts val="0"/>
              </a:spcBef>
              <a:spcAft>
                <a:spcPts val="0"/>
              </a:spcAft>
              <a:buClr>
                <a:schemeClr val="dk2"/>
              </a:buClr>
              <a:buSzPts val="3000"/>
              <a:buFont typeface="Arial"/>
              <a:buNone/>
              <a:defRPr sz="3000">
                <a:solidFill>
                  <a:schemeClr val="dk2"/>
                </a:solidFill>
              </a:defRPr>
            </a:lvl5pPr>
            <a:lvl6pPr lvl="5" algn="ctr">
              <a:lnSpc>
                <a:spcPct val="100000"/>
              </a:lnSpc>
              <a:spcBef>
                <a:spcPts val="0"/>
              </a:spcBef>
              <a:spcAft>
                <a:spcPts val="0"/>
              </a:spcAft>
              <a:buClr>
                <a:schemeClr val="dk2"/>
              </a:buClr>
              <a:buSzPts val="3000"/>
              <a:buFont typeface="Arial"/>
              <a:buNone/>
              <a:defRPr sz="3000">
                <a:solidFill>
                  <a:schemeClr val="dk2"/>
                </a:solidFill>
              </a:defRPr>
            </a:lvl6pPr>
            <a:lvl7pPr lvl="6" algn="ctr">
              <a:lnSpc>
                <a:spcPct val="100000"/>
              </a:lnSpc>
              <a:spcBef>
                <a:spcPts val="0"/>
              </a:spcBef>
              <a:spcAft>
                <a:spcPts val="0"/>
              </a:spcAft>
              <a:buClr>
                <a:schemeClr val="dk2"/>
              </a:buClr>
              <a:buSzPts val="3000"/>
              <a:buFont typeface="Arial"/>
              <a:buNone/>
              <a:defRPr sz="3000">
                <a:solidFill>
                  <a:schemeClr val="dk2"/>
                </a:solidFill>
              </a:defRPr>
            </a:lvl7pPr>
            <a:lvl8pPr lvl="7" algn="ctr">
              <a:lnSpc>
                <a:spcPct val="100000"/>
              </a:lnSpc>
              <a:spcBef>
                <a:spcPts val="0"/>
              </a:spcBef>
              <a:spcAft>
                <a:spcPts val="0"/>
              </a:spcAft>
              <a:buClr>
                <a:schemeClr val="dk2"/>
              </a:buClr>
              <a:buSzPts val="3000"/>
              <a:buFont typeface="Arial"/>
              <a:buNone/>
              <a:defRPr sz="3000">
                <a:solidFill>
                  <a:schemeClr val="dk2"/>
                </a:solidFill>
              </a:defRPr>
            </a:lvl8pPr>
            <a:lvl9pPr lvl="8" algn="ctr">
              <a:lnSpc>
                <a:spcPct val="100000"/>
              </a:lnSpc>
              <a:spcBef>
                <a:spcPts val="0"/>
              </a:spcBef>
              <a:spcAft>
                <a:spcPts val="0"/>
              </a:spcAft>
              <a:buClr>
                <a:schemeClr val="dk2"/>
              </a:buClr>
              <a:buSzPts val="3000"/>
              <a:buFont typeface="Arial"/>
              <a:buNone/>
              <a:defRPr sz="3000">
                <a:solidFill>
                  <a:schemeClr val="dk2"/>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p32"/>
          <p:cNvSpPr txBox="1"/>
          <p:nvPr>
            <p:ph type="title"/>
          </p:nvPr>
        </p:nvSpPr>
        <p:spPr>
          <a:xfrm>
            <a:off x="457200" y="205978"/>
            <a:ext cx="8229600" cy="857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600"/>
              <a:buFont typeface="Arial"/>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3" name="Google Shape;13;p32"/>
          <p:cNvSpPr txBox="1"/>
          <p:nvPr>
            <p:ph idx="1" type="body"/>
          </p:nvPr>
        </p:nvSpPr>
        <p:spPr>
          <a:xfrm>
            <a:off x="457200" y="1200150"/>
            <a:ext cx="8229600" cy="3725700"/>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SzPts val="3000"/>
              <a:buFont typeface="Arial"/>
              <a:buNone/>
              <a:defRPr/>
            </a:lvl1pPr>
            <a:lvl2pPr indent="-228600" lvl="1" marL="914400" algn="l">
              <a:lnSpc>
                <a:spcPct val="100000"/>
              </a:lnSpc>
              <a:spcBef>
                <a:spcPts val="0"/>
              </a:spcBef>
              <a:spcAft>
                <a:spcPts val="0"/>
              </a:spcAft>
              <a:buSzPts val="2400"/>
              <a:buFont typeface="Arial"/>
              <a:buNone/>
              <a:defRPr/>
            </a:lvl2pPr>
            <a:lvl3pPr indent="-228600" lvl="2" marL="1371600" algn="l">
              <a:lnSpc>
                <a:spcPct val="100000"/>
              </a:lnSpc>
              <a:spcBef>
                <a:spcPts val="0"/>
              </a:spcBef>
              <a:spcAft>
                <a:spcPts val="0"/>
              </a:spcAft>
              <a:buSzPts val="2400"/>
              <a:buFont typeface="Arial"/>
              <a:buNone/>
              <a:defRPr/>
            </a:lvl3pPr>
            <a:lvl4pPr indent="-228600" lvl="3" marL="1828800" algn="l">
              <a:lnSpc>
                <a:spcPct val="100000"/>
              </a:lnSpc>
              <a:spcBef>
                <a:spcPts val="0"/>
              </a:spcBef>
              <a:spcAft>
                <a:spcPts val="0"/>
              </a:spcAft>
              <a:buSzPts val="1800"/>
              <a:buFont typeface="Arial"/>
              <a:buNone/>
              <a:defRPr/>
            </a:lvl4pPr>
            <a:lvl5pPr indent="-228600" lvl="4" marL="2286000" algn="l">
              <a:lnSpc>
                <a:spcPct val="100000"/>
              </a:lnSpc>
              <a:spcBef>
                <a:spcPts val="0"/>
              </a:spcBef>
              <a:spcAft>
                <a:spcPts val="0"/>
              </a:spcAft>
              <a:buSzPts val="1800"/>
              <a:buFont typeface="Arial"/>
              <a:buNone/>
              <a:defRPr/>
            </a:lvl5pPr>
            <a:lvl6pPr indent="-228600" lvl="5" marL="2743200" algn="l">
              <a:lnSpc>
                <a:spcPct val="100000"/>
              </a:lnSpc>
              <a:spcBef>
                <a:spcPts val="0"/>
              </a:spcBef>
              <a:spcAft>
                <a:spcPts val="0"/>
              </a:spcAft>
              <a:buSzPts val="1800"/>
              <a:buFont typeface="Arial"/>
              <a:buNone/>
              <a:defRPr/>
            </a:lvl6pPr>
            <a:lvl7pPr indent="-228600" lvl="6" marL="3200400" algn="l">
              <a:lnSpc>
                <a:spcPct val="100000"/>
              </a:lnSpc>
              <a:spcBef>
                <a:spcPts val="0"/>
              </a:spcBef>
              <a:spcAft>
                <a:spcPts val="0"/>
              </a:spcAft>
              <a:buSzPts val="1800"/>
              <a:buFont typeface="Arial"/>
              <a:buNone/>
              <a:defRPr/>
            </a:lvl7pPr>
            <a:lvl8pPr indent="-228600" lvl="7" marL="3657600" algn="l">
              <a:lnSpc>
                <a:spcPct val="100000"/>
              </a:lnSpc>
              <a:spcBef>
                <a:spcPts val="0"/>
              </a:spcBef>
              <a:spcAft>
                <a:spcPts val="0"/>
              </a:spcAft>
              <a:buSzPts val="1800"/>
              <a:buFont typeface="Arial"/>
              <a:buNone/>
              <a:defRPr/>
            </a:lvl8pPr>
            <a:lvl9pPr indent="-228600" lvl="8" marL="4114800" algn="l">
              <a:lnSpc>
                <a:spcPct val="100000"/>
              </a:lnSpc>
              <a:spcBef>
                <a:spcPts val="0"/>
              </a:spcBef>
              <a:spcAft>
                <a:spcPts val="0"/>
              </a:spcAft>
              <a:buSzPts val="1800"/>
              <a:buFont typeface="Arial"/>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4" name="Shape 14"/>
        <p:cNvGrpSpPr/>
        <p:nvPr/>
      </p:nvGrpSpPr>
      <p:grpSpPr>
        <a:xfrm>
          <a:off x="0" y="0"/>
          <a:ext cx="0" cy="0"/>
          <a:chOff x="0" y="0"/>
          <a:chExt cx="0" cy="0"/>
        </a:xfrm>
      </p:grpSpPr>
      <p:sp>
        <p:nvSpPr>
          <p:cNvPr id="15" name="Google Shape;15;p33"/>
          <p:cNvSpPr txBox="1"/>
          <p:nvPr>
            <p:ph type="title"/>
          </p:nvPr>
        </p:nvSpPr>
        <p:spPr>
          <a:xfrm>
            <a:off x="457200" y="205978"/>
            <a:ext cx="8229600" cy="857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600"/>
              <a:buFont typeface="Arial"/>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6" name="Google Shape;16;p33"/>
          <p:cNvSpPr txBox="1"/>
          <p:nvPr>
            <p:ph idx="1" type="body"/>
          </p:nvPr>
        </p:nvSpPr>
        <p:spPr>
          <a:xfrm>
            <a:off x="457200" y="1200150"/>
            <a:ext cx="3994500" cy="3725700"/>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SzPts val="3000"/>
              <a:buFont typeface="Arial"/>
              <a:buNone/>
              <a:defRPr/>
            </a:lvl1pPr>
            <a:lvl2pPr indent="-228600" lvl="1" marL="914400" algn="l">
              <a:lnSpc>
                <a:spcPct val="100000"/>
              </a:lnSpc>
              <a:spcBef>
                <a:spcPts val="0"/>
              </a:spcBef>
              <a:spcAft>
                <a:spcPts val="0"/>
              </a:spcAft>
              <a:buSzPts val="2400"/>
              <a:buFont typeface="Arial"/>
              <a:buNone/>
              <a:defRPr/>
            </a:lvl2pPr>
            <a:lvl3pPr indent="-228600" lvl="2" marL="1371600" algn="l">
              <a:lnSpc>
                <a:spcPct val="100000"/>
              </a:lnSpc>
              <a:spcBef>
                <a:spcPts val="0"/>
              </a:spcBef>
              <a:spcAft>
                <a:spcPts val="0"/>
              </a:spcAft>
              <a:buSzPts val="2400"/>
              <a:buFont typeface="Arial"/>
              <a:buNone/>
              <a:defRPr/>
            </a:lvl3pPr>
            <a:lvl4pPr indent="-228600" lvl="3" marL="1828800" algn="l">
              <a:lnSpc>
                <a:spcPct val="100000"/>
              </a:lnSpc>
              <a:spcBef>
                <a:spcPts val="0"/>
              </a:spcBef>
              <a:spcAft>
                <a:spcPts val="0"/>
              </a:spcAft>
              <a:buSzPts val="1800"/>
              <a:buFont typeface="Arial"/>
              <a:buNone/>
              <a:defRPr/>
            </a:lvl4pPr>
            <a:lvl5pPr indent="-228600" lvl="4" marL="2286000" algn="l">
              <a:lnSpc>
                <a:spcPct val="100000"/>
              </a:lnSpc>
              <a:spcBef>
                <a:spcPts val="0"/>
              </a:spcBef>
              <a:spcAft>
                <a:spcPts val="0"/>
              </a:spcAft>
              <a:buSzPts val="1800"/>
              <a:buFont typeface="Arial"/>
              <a:buNone/>
              <a:defRPr/>
            </a:lvl5pPr>
            <a:lvl6pPr indent="-228600" lvl="5" marL="2743200" algn="l">
              <a:lnSpc>
                <a:spcPct val="100000"/>
              </a:lnSpc>
              <a:spcBef>
                <a:spcPts val="0"/>
              </a:spcBef>
              <a:spcAft>
                <a:spcPts val="0"/>
              </a:spcAft>
              <a:buSzPts val="1800"/>
              <a:buFont typeface="Arial"/>
              <a:buNone/>
              <a:defRPr/>
            </a:lvl6pPr>
            <a:lvl7pPr indent="-228600" lvl="6" marL="3200400" algn="l">
              <a:lnSpc>
                <a:spcPct val="100000"/>
              </a:lnSpc>
              <a:spcBef>
                <a:spcPts val="0"/>
              </a:spcBef>
              <a:spcAft>
                <a:spcPts val="0"/>
              </a:spcAft>
              <a:buSzPts val="1800"/>
              <a:buFont typeface="Arial"/>
              <a:buNone/>
              <a:defRPr/>
            </a:lvl7pPr>
            <a:lvl8pPr indent="-228600" lvl="7" marL="3657600" algn="l">
              <a:lnSpc>
                <a:spcPct val="100000"/>
              </a:lnSpc>
              <a:spcBef>
                <a:spcPts val="0"/>
              </a:spcBef>
              <a:spcAft>
                <a:spcPts val="0"/>
              </a:spcAft>
              <a:buSzPts val="1800"/>
              <a:buFont typeface="Arial"/>
              <a:buNone/>
              <a:defRPr/>
            </a:lvl8pPr>
            <a:lvl9pPr indent="-228600" lvl="8" marL="4114800" algn="l">
              <a:lnSpc>
                <a:spcPct val="100000"/>
              </a:lnSpc>
              <a:spcBef>
                <a:spcPts val="0"/>
              </a:spcBef>
              <a:spcAft>
                <a:spcPts val="0"/>
              </a:spcAft>
              <a:buSzPts val="1800"/>
              <a:buFont typeface="Arial"/>
              <a:buNone/>
              <a:defRPr/>
            </a:lvl9pPr>
          </a:lstStyle>
          <a:p/>
        </p:txBody>
      </p:sp>
      <p:sp>
        <p:nvSpPr>
          <p:cNvPr id="17" name="Google Shape;17;p33"/>
          <p:cNvSpPr txBox="1"/>
          <p:nvPr>
            <p:ph idx="2" type="body"/>
          </p:nvPr>
        </p:nvSpPr>
        <p:spPr>
          <a:xfrm>
            <a:off x="4692273" y="1200150"/>
            <a:ext cx="3994500" cy="3725700"/>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SzPts val="3000"/>
              <a:buFont typeface="Arial"/>
              <a:buNone/>
              <a:defRPr/>
            </a:lvl1pPr>
            <a:lvl2pPr indent="-228600" lvl="1" marL="914400" algn="l">
              <a:lnSpc>
                <a:spcPct val="100000"/>
              </a:lnSpc>
              <a:spcBef>
                <a:spcPts val="0"/>
              </a:spcBef>
              <a:spcAft>
                <a:spcPts val="0"/>
              </a:spcAft>
              <a:buSzPts val="2400"/>
              <a:buFont typeface="Arial"/>
              <a:buNone/>
              <a:defRPr/>
            </a:lvl2pPr>
            <a:lvl3pPr indent="-228600" lvl="2" marL="1371600" algn="l">
              <a:lnSpc>
                <a:spcPct val="100000"/>
              </a:lnSpc>
              <a:spcBef>
                <a:spcPts val="0"/>
              </a:spcBef>
              <a:spcAft>
                <a:spcPts val="0"/>
              </a:spcAft>
              <a:buSzPts val="2400"/>
              <a:buFont typeface="Arial"/>
              <a:buNone/>
              <a:defRPr/>
            </a:lvl3pPr>
            <a:lvl4pPr indent="-228600" lvl="3" marL="1828800" algn="l">
              <a:lnSpc>
                <a:spcPct val="100000"/>
              </a:lnSpc>
              <a:spcBef>
                <a:spcPts val="0"/>
              </a:spcBef>
              <a:spcAft>
                <a:spcPts val="0"/>
              </a:spcAft>
              <a:buSzPts val="1800"/>
              <a:buFont typeface="Arial"/>
              <a:buNone/>
              <a:defRPr/>
            </a:lvl4pPr>
            <a:lvl5pPr indent="-228600" lvl="4" marL="2286000" algn="l">
              <a:lnSpc>
                <a:spcPct val="100000"/>
              </a:lnSpc>
              <a:spcBef>
                <a:spcPts val="0"/>
              </a:spcBef>
              <a:spcAft>
                <a:spcPts val="0"/>
              </a:spcAft>
              <a:buSzPts val="1800"/>
              <a:buFont typeface="Arial"/>
              <a:buNone/>
              <a:defRPr/>
            </a:lvl5pPr>
            <a:lvl6pPr indent="-228600" lvl="5" marL="2743200" algn="l">
              <a:lnSpc>
                <a:spcPct val="100000"/>
              </a:lnSpc>
              <a:spcBef>
                <a:spcPts val="0"/>
              </a:spcBef>
              <a:spcAft>
                <a:spcPts val="0"/>
              </a:spcAft>
              <a:buSzPts val="1800"/>
              <a:buFont typeface="Arial"/>
              <a:buNone/>
              <a:defRPr/>
            </a:lvl6pPr>
            <a:lvl7pPr indent="-228600" lvl="6" marL="3200400" algn="l">
              <a:lnSpc>
                <a:spcPct val="100000"/>
              </a:lnSpc>
              <a:spcBef>
                <a:spcPts val="0"/>
              </a:spcBef>
              <a:spcAft>
                <a:spcPts val="0"/>
              </a:spcAft>
              <a:buSzPts val="1800"/>
              <a:buFont typeface="Arial"/>
              <a:buNone/>
              <a:defRPr/>
            </a:lvl7pPr>
            <a:lvl8pPr indent="-228600" lvl="7" marL="3657600" algn="l">
              <a:lnSpc>
                <a:spcPct val="100000"/>
              </a:lnSpc>
              <a:spcBef>
                <a:spcPts val="0"/>
              </a:spcBef>
              <a:spcAft>
                <a:spcPts val="0"/>
              </a:spcAft>
              <a:buSzPts val="1800"/>
              <a:buFont typeface="Arial"/>
              <a:buNone/>
              <a:defRPr/>
            </a:lvl8pPr>
            <a:lvl9pPr indent="-228600" lvl="8" marL="4114800" algn="l">
              <a:lnSpc>
                <a:spcPct val="100000"/>
              </a:lnSpc>
              <a:spcBef>
                <a:spcPts val="0"/>
              </a:spcBef>
              <a:spcAft>
                <a:spcPts val="0"/>
              </a:spcAft>
              <a:buSzPts val="1800"/>
              <a:buFont typeface="Arial"/>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 name="Shape 18"/>
        <p:cNvGrpSpPr/>
        <p:nvPr/>
      </p:nvGrpSpPr>
      <p:grpSpPr>
        <a:xfrm>
          <a:off x="0" y="0"/>
          <a:ext cx="0" cy="0"/>
          <a:chOff x="0" y="0"/>
          <a:chExt cx="0" cy="0"/>
        </a:xfrm>
      </p:grpSpPr>
      <p:sp>
        <p:nvSpPr>
          <p:cNvPr id="19" name="Google Shape;19;p34"/>
          <p:cNvSpPr txBox="1"/>
          <p:nvPr>
            <p:ph type="title"/>
          </p:nvPr>
        </p:nvSpPr>
        <p:spPr>
          <a:xfrm>
            <a:off x="457200" y="205978"/>
            <a:ext cx="8229600" cy="857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600"/>
              <a:buFont typeface="Arial"/>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0" name="Shape 20"/>
        <p:cNvGrpSpPr/>
        <p:nvPr/>
      </p:nvGrpSpPr>
      <p:grpSpPr>
        <a:xfrm>
          <a:off x="0" y="0"/>
          <a:ext cx="0" cy="0"/>
          <a:chOff x="0" y="0"/>
          <a:chExt cx="0" cy="0"/>
        </a:xfrm>
      </p:grpSpPr>
      <p:sp>
        <p:nvSpPr>
          <p:cNvPr id="21" name="Google Shape;21;p35"/>
          <p:cNvSpPr txBox="1"/>
          <p:nvPr>
            <p:ph idx="1" type="body"/>
          </p:nvPr>
        </p:nvSpPr>
        <p:spPr>
          <a:xfrm>
            <a:off x="457200" y="4406309"/>
            <a:ext cx="8229600" cy="519600"/>
          </a:xfrm>
          <a:prstGeom prst="rect">
            <a:avLst/>
          </a:prstGeom>
          <a:noFill/>
          <a:ln>
            <a:noFill/>
          </a:ln>
        </p:spPr>
        <p:txBody>
          <a:bodyPr anchorCtr="0" anchor="t" bIns="91425" lIns="91425" spcFirstLastPara="1" rIns="91425" wrap="square" tIns="91425">
            <a:noAutofit/>
          </a:bodyPr>
          <a:lstStyle>
            <a:lvl1pPr indent="-228600" lvl="0" marL="457200" algn="ctr">
              <a:lnSpc>
                <a:spcPct val="100000"/>
              </a:lnSpc>
              <a:spcBef>
                <a:spcPts val="360"/>
              </a:spcBef>
              <a:spcAft>
                <a:spcPts val="0"/>
              </a:spcAft>
              <a:buSzPts val="1800"/>
              <a:buFont typeface="Arial"/>
              <a:buNone/>
              <a:defRPr sz="1800"/>
            </a:lvl1pPr>
            <a:lvl2pPr indent="-228600" lvl="1" marL="914400" algn="l">
              <a:lnSpc>
                <a:spcPct val="100000"/>
              </a:lnSpc>
              <a:spcBef>
                <a:spcPts val="480"/>
              </a:spcBef>
              <a:spcAft>
                <a:spcPts val="0"/>
              </a:spcAft>
              <a:buSzPts val="1800"/>
              <a:buNone/>
              <a:defRPr/>
            </a:lvl2pPr>
            <a:lvl3pPr indent="-228600" lvl="2" marL="1371600" algn="l">
              <a:lnSpc>
                <a:spcPct val="100000"/>
              </a:lnSpc>
              <a:spcBef>
                <a:spcPts val="480"/>
              </a:spcBef>
              <a:spcAft>
                <a:spcPts val="0"/>
              </a:spcAft>
              <a:buSzPts val="1800"/>
              <a:buNone/>
              <a:defRPr/>
            </a:lvl3pPr>
            <a:lvl4pPr indent="-228600" lvl="3" marL="1828800" algn="l">
              <a:lnSpc>
                <a:spcPct val="100000"/>
              </a:lnSpc>
              <a:spcBef>
                <a:spcPts val="360"/>
              </a:spcBef>
              <a:spcAft>
                <a:spcPts val="0"/>
              </a:spcAft>
              <a:buSzPts val="1800"/>
              <a:buNone/>
              <a:defRPr/>
            </a:lvl4pPr>
            <a:lvl5pPr indent="-228600" lvl="4" marL="2286000" algn="l">
              <a:lnSpc>
                <a:spcPct val="100000"/>
              </a:lnSpc>
              <a:spcBef>
                <a:spcPts val="360"/>
              </a:spcBef>
              <a:spcAft>
                <a:spcPts val="0"/>
              </a:spcAft>
              <a:buSzPts val="1800"/>
              <a:buNone/>
              <a:defRPr/>
            </a:lvl5pPr>
            <a:lvl6pPr indent="-228600" lvl="5" marL="2743200" algn="l">
              <a:lnSpc>
                <a:spcPct val="100000"/>
              </a:lnSpc>
              <a:spcBef>
                <a:spcPts val="360"/>
              </a:spcBef>
              <a:spcAft>
                <a:spcPts val="0"/>
              </a:spcAft>
              <a:buSzPts val="1800"/>
              <a:buNone/>
              <a:defRPr/>
            </a:lvl6pPr>
            <a:lvl7pPr indent="-228600" lvl="6" marL="3200400" algn="l">
              <a:lnSpc>
                <a:spcPct val="100000"/>
              </a:lnSpc>
              <a:spcBef>
                <a:spcPts val="360"/>
              </a:spcBef>
              <a:spcAft>
                <a:spcPts val="0"/>
              </a:spcAft>
              <a:buSzPts val="1800"/>
              <a:buNone/>
              <a:defRPr/>
            </a:lvl7pPr>
            <a:lvl8pPr indent="-228600" lvl="7" marL="3657600" algn="l">
              <a:lnSpc>
                <a:spcPct val="100000"/>
              </a:lnSpc>
              <a:spcBef>
                <a:spcPts val="360"/>
              </a:spcBef>
              <a:spcAft>
                <a:spcPts val="0"/>
              </a:spcAft>
              <a:buSzPts val="1800"/>
              <a:buNone/>
              <a:defRPr/>
            </a:lvl8pPr>
            <a:lvl9pPr indent="-228600" lvl="8" marL="4114800" algn="l">
              <a:lnSpc>
                <a:spcPct val="100000"/>
              </a:lnSpc>
              <a:spcBef>
                <a:spcPts val="360"/>
              </a:spcBef>
              <a:spcAft>
                <a:spcPts val="0"/>
              </a:spcAft>
              <a:buSzPts val="1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2" name="Shape 22"/>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7" name="Shape 27"/>
        <p:cNvGrpSpPr/>
        <p:nvPr/>
      </p:nvGrpSpPr>
      <p:grpSpPr>
        <a:xfrm>
          <a:off x="0" y="0"/>
          <a:ext cx="0" cy="0"/>
          <a:chOff x="0" y="0"/>
          <a:chExt cx="0" cy="0"/>
        </a:xfrm>
      </p:grpSpPr>
      <p:sp>
        <p:nvSpPr>
          <p:cNvPr id="28" name="Google Shape;28;p3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Font typeface="Arial"/>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9" name="Google Shape;29;p3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Font typeface="Arial"/>
              <a:buNone/>
              <a:defRPr sz="2800"/>
            </a:lvl1pPr>
            <a:lvl2pPr lvl="1" algn="ctr">
              <a:lnSpc>
                <a:spcPct val="100000"/>
              </a:lnSpc>
              <a:spcBef>
                <a:spcPts val="0"/>
              </a:spcBef>
              <a:spcAft>
                <a:spcPts val="0"/>
              </a:spcAft>
              <a:buSzPts val="2800"/>
              <a:buFont typeface="Arial"/>
              <a:buNone/>
              <a:defRPr sz="2800"/>
            </a:lvl2pPr>
            <a:lvl3pPr lvl="2" algn="ctr">
              <a:lnSpc>
                <a:spcPct val="100000"/>
              </a:lnSpc>
              <a:spcBef>
                <a:spcPts val="0"/>
              </a:spcBef>
              <a:spcAft>
                <a:spcPts val="0"/>
              </a:spcAft>
              <a:buSzPts val="2800"/>
              <a:buFont typeface="Arial"/>
              <a:buNone/>
              <a:defRPr sz="2800"/>
            </a:lvl3pPr>
            <a:lvl4pPr lvl="3" algn="ctr">
              <a:lnSpc>
                <a:spcPct val="100000"/>
              </a:lnSpc>
              <a:spcBef>
                <a:spcPts val="0"/>
              </a:spcBef>
              <a:spcAft>
                <a:spcPts val="0"/>
              </a:spcAft>
              <a:buSzPts val="2800"/>
              <a:buFont typeface="Arial"/>
              <a:buNone/>
              <a:defRPr sz="2800"/>
            </a:lvl4pPr>
            <a:lvl5pPr lvl="4" algn="ctr">
              <a:lnSpc>
                <a:spcPct val="100000"/>
              </a:lnSpc>
              <a:spcBef>
                <a:spcPts val="0"/>
              </a:spcBef>
              <a:spcAft>
                <a:spcPts val="0"/>
              </a:spcAft>
              <a:buSzPts val="2800"/>
              <a:buFont typeface="Arial"/>
              <a:buNone/>
              <a:defRPr sz="2800"/>
            </a:lvl5pPr>
            <a:lvl6pPr lvl="5" algn="ctr">
              <a:lnSpc>
                <a:spcPct val="100000"/>
              </a:lnSpc>
              <a:spcBef>
                <a:spcPts val="0"/>
              </a:spcBef>
              <a:spcAft>
                <a:spcPts val="0"/>
              </a:spcAft>
              <a:buSzPts val="2800"/>
              <a:buFont typeface="Arial"/>
              <a:buNone/>
              <a:defRPr sz="2800"/>
            </a:lvl6pPr>
            <a:lvl7pPr lvl="6" algn="ctr">
              <a:lnSpc>
                <a:spcPct val="100000"/>
              </a:lnSpc>
              <a:spcBef>
                <a:spcPts val="0"/>
              </a:spcBef>
              <a:spcAft>
                <a:spcPts val="0"/>
              </a:spcAft>
              <a:buSzPts val="2800"/>
              <a:buFont typeface="Arial"/>
              <a:buNone/>
              <a:defRPr sz="2800"/>
            </a:lvl7pPr>
            <a:lvl8pPr lvl="7" algn="ctr">
              <a:lnSpc>
                <a:spcPct val="100000"/>
              </a:lnSpc>
              <a:spcBef>
                <a:spcPts val="0"/>
              </a:spcBef>
              <a:spcAft>
                <a:spcPts val="0"/>
              </a:spcAft>
              <a:buSzPts val="2800"/>
              <a:buFont typeface="Arial"/>
              <a:buNone/>
              <a:defRPr sz="2800"/>
            </a:lvl8pPr>
            <a:lvl9pPr lvl="8" algn="ctr">
              <a:lnSpc>
                <a:spcPct val="100000"/>
              </a:lnSpc>
              <a:spcBef>
                <a:spcPts val="0"/>
              </a:spcBef>
              <a:spcAft>
                <a:spcPts val="0"/>
              </a:spcAft>
              <a:buSzPts val="2800"/>
              <a:buFont typeface="Arial"/>
              <a:buNone/>
              <a:defRPr sz="2800"/>
            </a:lvl9pPr>
          </a:lstStyle>
          <a:p/>
        </p:txBody>
      </p:sp>
      <p:sp>
        <p:nvSpPr>
          <p:cNvPr id="30" name="Google Shape;30;p38"/>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algn="l">
              <a:lnSpc>
                <a:spcPct val="100000"/>
              </a:lnSpc>
              <a:spcBef>
                <a:spcPts val="0"/>
              </a:spcBef>
              <a:spcAft>
                <a:spcPts val="0"/>
              </a:spcAft>
              <a:buClr>
                <a:srgbClr val="000000"/>
              </a:buClr>
              <a:buSzPts val="1400"/>
              <a:buFont typeface="Arial"/>
              <a:buNone/>
              <a:defRPr/>
            </a:lvl1pPr>
            <a:lvl2pPr indent="0" lvl="1" marL="0" algn="l">
              <a:lnSpc>
                <a:spcPct val="100000"/>
              </a:lnSpc>
              <a:spcBef>
                <a:spcPts val="0"/>
              </a:spcBef>
              <a:spcAft>
                <a:spcPts val="0"/>
              </a:spcAft>
              <a:buClr>
                <a:srgbClr val="000000"/>
              </a:buClr>
              <a:buSzPts val="1400"/>
              <a:buFont typeface="Arial"/>
              <a:buNone/>
              <a:defRPr/>
            </a:lvl2pPr>
            <a:lvl3pPr indent="0" lvl="2" marL="0" algn="l">
              <a:lnSpc>
                <a:spcPct val="100000"/>
              </a:lnSpc>
              <a:spcBef>
                <a:spcPts val="0"/>
              </a:spcBef>
              <a:spcAft>
                <a:spcPts val="0"/>
              </a:spcAft>
              <a:buClr>
                <a:srgbClr val="000000"/>
              </a:buClr>
              <a:buSzPts val="1400"/>
              <a:buFont typeface="Arial"/>
              <a:buNone/>
              <a:defRPr/>
            </a:lvl3pPr>
            <a:lvl4pPr indent="0" lvl="3" marL="0" algn="l">
              <a:lnSpc>
                <a:spcPct val="100000"/>
              </a:lnSpc>
              <a:spcBef>
                <a:spcPts val="0"/>
              </a:spcBef>
              <a:spcAft>
                <a:spcPts val="0"/>
              </a:spcAft>
              <a:buClr>
                <a:srgbClr val="000000"/>
              </a:buClr>
              <a:buSzPts val="1400"/>
              <a:buFont typeface="Arial"/>
              <a:buNone/>
              <a:defRPr/>
            </a:lvl4pPr>
            <a:lvl5pPr indent="0" lvl="4" marL="0" algn="l">
              <a:lnSpc>
                <a:spcPct val="100000"/>
              </a:lnSpc>
              <a:spcBef>
                <a:spcPts val="0"/>
              </a:spcBef>
              <a:spcAft>
                <a:spcPts val="0"/>
              </a:spcAft>
              <a:buClr>
                <a:srgbClr val="000000"/>
              </a:buClr>
              <a:buSzPts val="1400"/>
              <a:buFont typeface="Arial"/>
              <a:buNone/>
              <a:defRPr/>
            </a:lvl5pPr>
            <a:lvl6pPr indent="0" lvl="5" marL="0" algn="l">
              <a:lnSpc>
                <a:spcPct val="100000"/>
              </a:lnSpc>
              <a:spcBef>
                <a:spcPts val="0"/>
              </a:spcBef>
              <a:spcAft>
                <a:spcPts val="0"/>
              </a:spcAft>
              <a:buClr>
                <a:srgbClr val="000000"/>
              </a:buClr>
              <a:buSzPts val="1400"/>
              <a:buFont typeface="Arial"/>
              <a:buNone/>
              <a:defRPr/>
            </a:lvl6pPr>
            <a:lvl7pPr indent="0" lvl="6" marL="0" algn="l">
              <a:lnSpc>
                <a:spcPct val="100000"/>
              </a:lnSpc>
              <a:spcBef>
                <a:spcPts val="0"/>
              </a:spcBef>
              <a:spcAft>
                <a:spcPts val="0"/>
              </a:spcAft>
              <a:buClr>
                <a:srgbClr val="000000"/>
              </a:buClr>
              <a:buSzPts val="1400"/>
              <a:buFont typeface="Arial"/>
              <a:buNone/>
              <a:defRPr/>
            </a:lvl7pPr>
            <a:lvl8pPr indent="0" lvl="7" marL="0" algn="l">
              <a:lnSpc>
                <a:spcPct val="100000"/>
              </a:lnSpc>
              <a:spcBef>
                <a:spcPts val="0"/>
              </a:spcBef>
              <a:spcAft>
                <a:spcPts val="0"/>
              </a:spcAft>
              <a:buClr>
                <a:srgbClr val="000000"/>
              </a:buClr>
              <a:buSzPts val="1400"/>
              <a:buFont typeface="Arial"/>
              <a:buNone/>
              <a:defRPr/>
            </a:lvl8pPr>
            <a:lvl9pPr indent="0" lvl="8" mar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3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Font typeface="Arial"/>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3" name="Google Shape;33;p39"/>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algn="l">
              <a:lnSpc>
                <a:spcPct val="100000"/>
              </a:lnSpc>
              <a:spcBef>
                <a:spcPts val="0"/>
              </a:spcBef>
              <a:spcAft>
                <a:spcPts val="0"/>
              </a:spcAft>
              <a:buClr>
                <a:srgbClr val="000000"/>
              </a:buClr>
              <a:buSzPts val="1400"/>
              <a:buFont typeface="Arial"/>
              <a:buNone/>
              <a:defRPr/>
            </a:lvl1pPr>
            <a:lvl2pPr indent="0" lvl="1" marL="0" algn="l">
              <a:lnSpc>
                <a:spcPct val="100000"/>
              </a:lnSpc>
              <a:spcBef>
                <a:spcPts val="0"/>
              </a:spcBef>
              <a:spcAft>
                <a:spcPts val="0"/>
              </a:spcAft>
              <a:buClr>
                <a:srgbClr val="000000"/>
              </a:buClr>
              <a:buSzPts val="1400"/>
              <a:buFont typeface="Arial"/>
              <a:buNone/>
              <a:defRPr/>
            </a:lvl2pPr>
            <a:lvl3pPr indent="0" lvl="2" marL="0" algn="l">
              <a:lnSpc>
                <a:spcPct val="100000"/>
              </a:lnSpc>
              <a:spcBef>
                <a:spcPts val="0"/>
              </a:spcBef>
              <a:spcAft>
                <a:spcPts val="0"/>
              </a:spcAft>
              <a:buClr>
                <a:srgbClr val="000000"/>
              </a:buClr>
              <a:buSzPts val="1400"/>
              <a:buFont typeface="Arial"/>
              <a:buNone/>
              <a:defRPr/>
            </a:lvl3pPr>
            <a:lvl4pPr indent="0" lvl="3" marL="0" algn="l">
              <a:lnSpc>
                <a:spcPct val="100000"/>
              </a:lnSpc>
              <a:spcBef>
                <a:spcPts val="0"/>
              </a:spcBef>
              <a:spcAft>
                <a:spcPts val="0"/>
              </a:spcAft>
              <a:buClr>
                <a:srgbClr val="000000"/>
              </a:buClr>
              <a:buSzPts val="1400"/>
              <a:buFont typeface="Arial"/>
              <a:buNone/>
              <a:defRPr/>
            </a:lvl4pPr>
            <a:lvl5pPr indent="0" lvl="4" marL="0" algn="l">
              <a:lnSpc>
                <a:spcPct val="100000"/>
              </a:lnSpc>
              <a:spcBef>
                <a:spcPts val="0"/>
              </a:spcBef>
              <a:spcAft>
                <a:spcPts val="0"/>
              </a:spcAft>
              <a:buClr>
                <a:srgbClr val="000000"/>
              </a:buClr>
              <a:buSzPts val="1400"/>
              <a:buFont typeface="Arial"/>
              <a:buNone/>
              <a:defRPr/>
            </a:lvl5pPr>
            <a:lvl6pPr indent="0" lvl="5" marL="0" algn="l">
              <a:lnSpc>
                <a:spcPct val="100000"/>
              </a:lnSpc>
              <a:spcBef>
                <a:spcPts val="0"/>
              </a:spcBef>
              <a:spcAft>
                <a:spcPts val="0"/>
              </a:spcAft>
              <a:buClr>
                <a:srgbClr val="000000"/>
              </a:buClr>
              <a:buSzPts val="1400"/>
              <a:buFont typeface="Arial"/>
              <a:buNone/>
              <a:defRPr/>
            </a:lvl6pPr>
            <a:lvl7pPr indent="0" lvl="6" marL="0" algn="l">
              <a:lnSpc>
                <a:spcPct val="100000"/>
              </a:lnSpc>
              <a:spcBef>
                <a:spcPts val="0"/>
              </a:spcBef>
              <a:spcAft>
                <a:spcPts val="0"/>
              </a:spcAft>
              <a:buClr>
                <a:srgbClr val="000000"/>
              </a:buClr>
              <a:buSzPts val="1400"/>
              <a:buFont typeface="Arial"/>
              <a:buNone/>
              <a:defRPr/>
            </a:lvl7pPr>
            <a:lvl8pPr indent="0" lvl="7" marL="0" algn="l">
              <a:lnSpc>
                <a:spcPct val="100000"/>
              </a:lnSpc>
              <a:spcBef>
                <a:spcPts val="0"/>
              </a:spcBef>
              <a:spcAft>
                <a:spcPts val="0"/>
              </a:spcAft>
              <a:buClr>
                <a:srgbClr val="000000"/>
              </a:buClr>
              <a:buSzPts val="1400"/>
              <a:buFont typeface="Arial"/>
              <a:buNone/>
              <a:defRPr/>
            </a:lvl8pPr>
            <a:lvl9pPr indent="0" lvl="8" mar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4" name="Shape 34"/>
        <p:cNvGrpSpPr/>
        <p:nvPr/>
      </p:nvGrpSpPr>
      <p:grpSpPr>
        <a:xfrm>
          <a:off x="0" y="0"/>
          <a:ext cx="0" cy="0"/>
          <a:chOff x="0" y="0"/>
          <a:chExt cx="0" cy="0"/>
        </a:xfrm>
      </p:grpSpPr>
      <p:sp>
        <p:nvSpPr>
          <p:cNvPr id="35" name="Google Shape;35;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Font typeface="Arial"/>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6" name="Google Shape;36;p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228600" lvl="0" marL="457200" algn="l">
              <a:lnSpc>
                <a:spcPct val="115000"/>
              </a:lnSpc>
              <a:spcBef>
                <a:spcPts val="0"/>
              </a:spcBef>
              <a:spcAft>
                <a:spcPts val="0"/>
              </a:spcAft>
              <a:buSzPts val="1800"/>
              <a:buFont typeface="Arial"/>
              <a:buNone/>
              <a:defRPr/>
            </a:lvl1pPr>
            <a:lvl2pPr indent="-228600" lvl="1" marL="914400" algn="l">
              <a:lnSpc>
                <a:spcPct val="115000"/>
              </a:lnSpc>
              <a:spcBef>
                <a:spcPts val="1600"/>
              </a:spcBef>
              <a:spcAft>
                <a:spcPts val="0"/>
              </a:spcAft>
              <a:buSzPts val="1400"/>
              <a:buFont typeface="Arial"/>
              <a:buNone/>
              <a:defRPr/>
            </a:lvl2pPr>
            <a:lvl3pPr indent="-228600" lvl="2" marL="1371600" algn="l">
              <a:lnSpc>
                <a:spcPct val="115000"/>
              </a:lnSpc>
              <a:spcBef>
                <a:spcPts val="1600"/>
              </a:spcBef>
              <a:spcAft>
                <a:spcPts val="0"/>
              </a:spcAft>
              <a:buSzPts val="1400"/>
              <a:buFont typeface="Arial"/>
              <a:buNone/>
              <a:defRPr/>
            </a:lvl3pPr>
            <a:lvl4pPr indent="-228600" lvl="3" marL="1828800" algn="l">
              <a:lnSpc>
                <a:spcPct val="115000"/>
              </a:lnSpc>
              <a:spcBef>
                <a:spcPts val="1600"/>
              </a:spcBef>
              <a:spcAft>
                <a:spcPts val="0"/>
              </a:spcAft>
              <a:buSzPts val="1400"/>
              <a:buFont typeface="Arial"/>
              <a:buNone/>
              <a:defRPr/>
            </a:lvl4pPr>
            <a:lvl5pPr indent="-228600" lvl="4" marL="2286000" algn="l">
              <a:lnSpc>
                <a:spcPct val="115000"/>
              </a:lnSpc>
              <a:spcBef>
                <a:spcPts val="1600"/>
              </a:spcBef>
              <a:spcAft>
                <a:spcPts val="0"/>
              </a:spcAft>
              <a:buSzPts val="1400"/>
              <a:buFont typeface="Arial"/>
              <a:buNone/>
              <a:defRPr/>
            </a:lvl5pPr>
            <a:lvl6pPr indent="-228600" lvl="5" marL="2743200" algn="l">
              <a:lnSpc>
                <a:spcPct val="115000"/>
              </a:lnSpc>
              <a:spcBef>
                <a:spcPts val="1600"/>
              </a:spcBef>
              <a:spcAft>
                <a:spcPts val="0"/>
              </a:spcAft>
              <a:buSzPts val="1400"/>
              <a:buFont typeface="Arial"/>
              <a:buNone/>
              <a:defRPr/>
            </a:lvl6pPr>
            <a:lvl7pPr indent="-228600" lvl="6" marL="3200400" algn="l">
              <a:lnSpc>
                <a:spcPct val="115000"/>
              </a:lnSpc>
              <a:spcBef>
                <a:spcPts val="1600"/>
              </a:spcBef>
              <a:spcAft>
                <a:spcPts val="0"/>
              </a:spcAft>
              <a:buSzPts val="1400"/>
              <a:buFont typeface="Arial"/>
              <a:buNone/>
              <a:defRPr/>
            </a:lvl7pPr>
            <a:lvl8pPr indent="-228600" lvl="7" marL="3657600" algn="l">
              <a:lnSpc>
                <a:spcPct val="115000"/>
              </a:lnSpc>
              <a:spcBef>
                <a:spcPts val="1600"/>
              </a:spcBef>
              <a:spcAft>
                <a:spcPts val="0"/>
              </a:spcAft>
              <a:buSzPts val="1400"/>
              <a:buFont typeface="Arial"/>
              <a:buNone/>
              <a:defRPr/>
            </a:lvl8pPr>
            <a:lvl9pPr indent="-228600" lvl="8" marL="4114800" algn="l">
              <a:lnSpc>
                <a:spcPct val="115000"/>
              </a:lnSpc>
              <a:spcBef>
                <a:spcPts val="1600"/>
              </a:spcBef>
              <a:spcAft>
                <a:spcPts val="1600"/>
              </a:spcAft>
              <a:buSzPts val="1400"/>
              <a:buFont typeface="Arial"/>
              <a:buNone/>
              <a:defRPr/>
            </a:lvl9pPr>
          </a:lstStyle>
          <a:p/>
        </p:txBody>
      </p:sp>
      <p:sp>
        <p:nvSpPr>
          <p:cNvPr id="37" name="Google Shape;37;p40"/>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algn="l">
              <a:lnSpc>
                <a:spcPct val="100000"/>
              </a:lnSpc>
              <a:spcBef>
                <a:spcPts val="0"/>
              </a:spcBef>
              <a:spcAft>
                <a:spcPts val="0"/>
              </a:spcAft>
              <a:buClr>
                <a:srgbClr val="000000"/>
              </a:buClr>
              <a:buSzPts val="1400"/>
              <a:buFont typeface="Arial"/>
              <a:buNone/>
              <a:defRPr/>
            </a:lvl1pPr>
            <a:lvl2pPr indent="0" lvl="1" marL="0" algn="l">
              <a:lnSpc>
                <a:spcPct val="100000"/>
              </a:lnSpc>
              <a:spcBef>
                <a:spcPts val="0"/>
              </a:spcBef>
              <a:spcAft>
                <a:spcPts val="0"/>
              </a:spcAft>
              <a:buClr>
                <a:srgbClr val="000000"/>
              </a:buClr>
              <a:buSzPts val="1400"/>
              <a:buFont typeface="Arial"/>
              <a:buNone/>
              <a:defRPr/>
            </a:lvl2pPr>
            <a:lvl3pPr indent="0" lvl="2" marL="0" algn="l">
              <a:lnSpc>
                <a:spcPct val="100000"/>
              </a:lnSpc>
              <a:spcBef>
                <a:spcPts val="0"/>
              </a:spcBef>
              <a:spcAft>
                <a:spcPts val="0"/>
              </a:spcAft>
              <a:buClr>
                <a:srgbClr val="000000"/>
              </a:buClr>
              <a:buSzPts val="1400"/>
              <a:buFont typeface="Arial"/>
              <a:buNone/>
              <a:defRPr/>
            </a:lvl3pPr>
            <a:lvl4pPr indent="0" lvl="3" marL="0" algn="l">
              <a:lnSpc>
                <a:spcPct val="100000"/>
              </a:lnSpc>
              <a:spcBef>
                <a:spcPts val="0"/>
              </a:spcBef>
              <a:spcAft>
                <a:spcPts val="0"/>
              </a:spcAft>
              <a:buClr>
                <a:srgbClr val="000000"/>
              </a:buClr>
              <a:buSzPts val="1400"/>
              <a:buFont typeface="Arial"/>
              <a:buNone/>
              <a:defRPr/>
            </a:lvl4pPr>
            <a:lvl5pPr indent="0" lvl="4" marL="0" algn="l">
              <a:lnSpc>
                <a:spcPct val="100000"/>
              </a:lnSpc>
              <a:spcBef>
                <a:spcPts val="0"/>
              </a:spcBef>
              <a:spcAft>
                <a:spcPts val="0"/>
              </a:spcAft>
              <a:buClr>
                <a:srgbClr val="000000"/>
              </a:buClr>
              <a:buSzPts val="1400"/>
              <a:buFont typeface="Arial"/>
              <a:buNone/>
              <a:defRPr/>
            </a:lvl5pPr>
            <a:lvl6pPr indent="0" lvl="5" marL="0" algn="l">
              <a:lnSpc>
                <a:spcPct val="100000"/>
              </a:lnSpc>
              <a:spcBef>
                <a:spcPts val="0"/>
              </a:spcBef>
              <a:spcAft>
                <a:spcPts val="0"/>
              </a:spcAft>
              <a:buClr>
                <a:srgbClr val="000000"/>
              </a:buClr>
              <a:buSzPts val="1400"/>
              <a:buFont typeface="Arial"/>
              <a:buNone/>
              <a:defRPr/>
            </a:lvl6pPr>
            <a:lvl7pPr indent="0" lvl="6" marL="0" algn="l">
              <a:lnSpc>
                <a:spcPct val="100000"/>
              </a:lnSpc>
              <a:spcBef>
                <a:spcPts val="0"/>
              </a:spcBef>
              <a:spcAft>
                <a:spcPts val="0"/>
              </a:spcAft>
              <a:buClr>
                <a:srgbClr val="000000"/>
              </a:buClr>
              <a:buSzPts val="1400"/>
              <a:buFont typeface="Arial"/>
              <a:buNone/>
              <a:defRPr/>
            </a:lvl7pPr>
            <a:lvl8pPr indent="0" lvl="7" marL="0" algn="l">
              <a:lnSpc>
                <a:spcPct val="100000"/>
              </a:lnSpc>
              <a:spcBef>
                <a:spcPts val="0"/>
              </a:spcBef>
              <a:spcAft>
                <a:spcPts val="0"/>
              </a:spcAft>
              <a:buClr>
                <a:srgbClr val="000000"/>
              </a:buClr>
              <a:buSzPts val="1400"/>
              <a:buFont typeface="Arial"/>
              <a:buNone/>
              <a:defRPr/>
            </a:lvl8pPr>
            <a:lvl9pPr indent="0" lvl="8" mar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Font typeface="Arial"/>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4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228600" lvl="0" marL="457200" algn="l">
              <a:lnSpc>
                <a:spcPct val="115000"/>
              </a:lnSpc>
              <a:spcBef>
                <a:spcPts val="0"/>
              </a:spcBef>
              <a:spcAft>
                <a:spcPts val="0"/>
              </a:spcAft>
              <a:buSzPts val="1400"/>
              <a:buFont typeface="Arial"/>
              <a:buNone/>
              <a:defRPr sz="1400"/>
            </a:lvl1pPr>
            <a:lvl2pPr indent="-228600" lvl="1" marL="914400" algn="l">
              <a:lnSpc>
                <a:spcPct val="115000"/>
              </a:lnSpc>
              <a:spcBef>
                <a:spcPts val="1600"/>
              </a:spcBef>
              <a:spcAft>
                <a:spcPts val="0"/>
              </a:spcAft>
              <a:buSzPts val="1200"/>
              <a:buFont typeface="Arial"/>
              <a:buNone/>
              <a:defRPr sz="1200"/>
            </a:lvl2pPr>
            <a:lvl3pPr indent="-228600" lvl="2" marL="1371600" algn="l">
              <a:lnSpc>
                <a:spcPct val="115000"/>
              </a:lnSpc>
              <a:spcBef>
                <a:spcPts val="1600"/>
              </a:spcBef>
              <a:spcAft>
                <a:spcPts val="0"/>
              </a:spcAft>
              <a:buSzPts val="1200"/>
              <a:buFont typeface="Arial"/>
              <a:buNone/>
              <a:defRPr sz="1200"/>
            </a:lvl3pPr>
            <a:lvl4pPr indent="-228600" lvl="3" marL="1828800" algn="l">
              <a:lnSpc>
                <a:spcPct val="115000"/>
              </a:lnSpc>
              <a:spcBef>
                <a:spcPts val="1600"/>
              </a:spcBef>
              <a:spcAft>
                <a:spcPts val="0"/>
              </a:spcAft>
              <a:buSzPts val="1200"/>
              <a:buFont typeface="Arial"/>
              <a:buNone/>
              <a:defRPr sz="1200"/>
            </a:lvl4pPr>
            <a:lvl5pPr indent="-228600" lvl="4" marL="2286000" algn="l">
              <a:lnSpc>
                <a:spcPct val="115000"/>
              </a:lnSpc>
              <a:spcBef>
                <a:spcPts val="1600"/>
              </a:spcBef>
              <a:spcAft>
                <a:spcPts val="0"/>
              </a:spcAft>
              <a:buSzPts val="1200"/>
              <a:buFont typeface="Arial"/>
              <a:buNone/>
              <a:defRPr sz="1200"/>
            </a:lvl5pPr>
            <a:lvl6pPr indent="-228600" lvl="5" marL="2743200" algn="l">
              <a:lnSpc>
                <a:spcPct val="115000"/>
              </a:lnSpc>
              <a:spcBef>
                <a:spcPts val="1600"/>
              </a:spcBef>
              <a:spcAft>
                <a:spcPts val="0"/>
              </a:spcAft>
              <a:buSzPts val="1200"/>
              <a:buFont typeface="Arial"/>
              <a:buNone/>
              <a:defRPr sz="1200"/>
            </a:lvl6pPr>
            <a:lvl7pPr indent="-228600" lvl="6" marL="3200400" algn="l">
              <a:lnSpc>
                <a:spcPct val="115000"/>
              </a:lnSpc>
              <a:spcBef>
                <a:spcPts val="1600"/>
              </a:spcBef>
              <a:spcAft>
                <a:spcPts val="0"/>
              </a:spcAft>
              <a:buSzPts val="1200"/>
              <a:buFont typeface="Arial"/>
              <a:buNone/>
              <a:defRPr sz="1200"/>
            </a:lvl7pPr>
            <a:lvl8pPr indent="-228600" lvl="7" marL="3657600" algn="l">
              <a:lnSpc>
                <a:spcPct val="115000"/>
              </a:lnSpc>
              <a:spcBef>
                <a:spcPts val="1600"/>
              </a:spcBef>
              <a:spcAft>
                <a:spcPts val="0"/>
              </a:spcAft>
              <a:buSzPts val="1200"/>
              <a:buFont typeface="Arial"/>
              <a:buNone/>
              <a:defRPr sz="1200"/>
            </a:lvl8pPr>
            <a:lvl9pPr indent="-228600" lvl="8" marL="4114800" algn="l">
              <a:lnSpc>
                <a:spcPct val="115000"/>
              </a:lnSpc>
              <a:spcBef>
                <a:spcPts val="1600"/>
              </a:spcBef>
              <a:spcAft>
                <a:spcPts val="1600"/>
              </a:spcAft>
              <a:buSzPts val="1200"/>
              <a:buFont typeface="Arial"/>
              <a:buNone/>
              <a:defRPr sz="1200"/>
            </a:lvl9pPr>
          </a:lstStyle>
          <a:p/>
        </p:txBody>
      </p:sp>
      <p:sp>
        <p:nvSpPr>
          <p:cNvPr id="41" name="Google Shape;41;p4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228600" lvl="0" marL="457200" algn="l">
              <a:lnSpc>
                <a:spcPct val="115000"/>
              </a:lnSpc>
              <a:spcBef>
                <a:spcPts val="0"/>
              </a:spcBef>
              <a:spcAft>
                <a:spcPts val="0"/>
              </a:spcAft>
              <a:buSzPts val="1400"/>
              <a:buFont typeface="Arial"/>
              <a:buNone/>
              <a:defRPr sz="1400"/>
            </a:lvl1pPr>
            <a:lvl2pPr indent="-228600" lvl="1" marL="914400" algn="l">
              <a:lnSpc>
                <a:spcPct val="115000"/>
              </a:lnSpc>
              <a:spcBef>
                <a:spcPts val="1600"/>
              </a:spcBef>
              <a:spcAft>
                <a:spcPts val="0"/>
              </a:spcAft>
              <a:buSzPts val="1200"/>
              <a:buFont typeface="Arial"/>
              <a:buNone/>
              <a:defRPr sz="1200"/>
            </a:lvl2pPr>
            <a:lvl3pPr indent="-228600" lvl="2" marL="1371600" algn="l">
              <a:lnSpc>
                <a:spcPct val="115000"/>
              </a:lnSpc>
              <a:spcBef>
                <a:spcPts val="1600"/>
              </a:spcBef>
              <a:spcAft>
                <a:spcPts val="0"/>
              </a:spcAft>
              <a:buSzPts val="1200"/>
              <a:buFont typeface="Arial"/>
              <a:buNone/>
              <a:defRPr sz="1200"/>
            </a:lvl3pPr>
            <a:lvl4pPr indent="-228600" lvl="3" marL="1828800" algn="l">
              <a:lnSpc>
                <a:spcPct val="115000"/>
              </a:lnSpc>
              <a:spcBef>
                <a:spcPts val="1600"/>
              </a:spcBef>
              <a:spcAft>
                <a:spcPts val="0"/>
              </a:spcAft>
              <a:buSzPts val="1200"/>
              <a:buFont typeface="Arial"/>
              <a:buNone/>
              <a:defRPr sz="1200"/>
            </a:lvl4pPr>
            <a:lvl5pPr indent="-228600" lvl="4" marL="2286000" algn="l">
              <a:lnSpc>
                <a:spcPct val="115000"/>
              </a:lnSpc>
              <a:spcBef>
                <a:spcPts val="1600"/>
              </a:spcBef>
              <a:spcAft>
                <a:spcPts val="0"/>
              </a:spcAft>
              <a:buSzPts val="1200"/>
              <a:buFont typeface="Arial"/>
              <a:buNone/>
              <a:defRPr sz="1200"/>
            </a:lvl5pPr>
            <a:lvl6pPr indent="-228600" lvl="5" marL="2743200" algn="l">
              <a:lnSpc>
                <a:spcPct val="115000"/>
              </a:lnSpc>
              <a:spcBef>
                <a:spcPts val="1600"/>
              </a:spcBef>
              <a:spcAft>
                <a:spcPts val="0"/>
              </a:spcAft>
              <a:buSzPts val="1200"/>
              <a:buFont typeface="Arial"/>
              <a:buNone/>
              <a:defRPr sz="1200"/>
            </a:lvl6pPr>
            <a:lvl7pPr indent="-228600" lvl="6" marL="3200400" algn="l">
              <a:lnSpc>
                <a:spcPct val="115000"/>
              </a:lnSpc>
              <a:spcBef>
                <a:spcPts val="1600"/>
              </a:spcBef>
              <a:spcAft>
                <a:spcPts val="0"/>
              </a:spcAft>
              <a:buSzPts val="1200"/>
              <a:buFont typeface="Arial"/>
              <a:buNone/>
              <a:defRPr sz="1200"/>
            </a:lvl7pPr>
            <a:lvl8pPr indent="-228600" lvl="7" marL="3657600" algn="l">
              <a:lnSpc>
                <a:spcPct val="115000"/>
              </a:lnSpc>
              <a:spcBef>
                <a:spcPts val="1600"/>
              </a:spcBef>
              <a:spcAft>
                <a:spcPts val="0"/>
              </a:spcAft>
              <a:buSzPts val="1200"/>
              <a:buFont typeface="Arial"/>
              <a:buNone/>
              <a:defRPr sz="1200"/>
            </a:lvl8pPr>
            <a:lvl9pPr indent="-228600" lvl="8" marL="4114800" algn="l">
              <a:lnSpc>
                <a:spcPct val="115000"/>
              </a:lnSpc>
              <a:spcBef>
                <a:spcPts val="1600"/>
              </a:spcBef>
              <a:spcAft>
                <a:spcPts val="1600"/>
              </a:spcAft>
              <a:buSzPts val="1200"/>
              <a:buFont typeface="Arial"/>
              <a:buNone/>
              <a:defRPr sz="1200"/>
            </a:lvl9pPr>
          </a:lstStyle>
          <a:p/>
        </p:txBody>
      </p:sp>
      <p:sp>
        <p:nvSpPr>
          <p:cNvPr id="42" name="Google Shape;42;p41"/>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algn="l">
              <a:lnSpc>
                <a:spcPct val="100000"/>
              </a:lnSpc>
              <a:spcBef>
                <a:spcPts val="0"/>
              </a:spcBef>
              <a:spcAft>
                <a:spcPts val="0"/>
              </a:spcAft>
              <a:buClr>
                <a:srgbClr val="000000"/>
              </a:buClr>
              <a:buSzPts val="1400"/>
              <a:buFont typeface="Arial"/>
              <a:buNone/>
              <a:defRPr/>
            </a:lvl1pPr>
            <a:lvl2pPr indent="0" lvl="1" marL="0" algn="l">
              <a:lnSpc>
                <a:spcPct val="100000"/>
              </a:lnSpc>
              <a:spcBef>
                <a:spcPts val="0"/>
              </a:spcBef>
              <a:spcAft>
                <a:spcPts val="0"/>
              </a:spcAft>
              <a:buClr>
                <a:srgbClr val="000000"/>
              </a:buClr>
              <a:buSzPts val="1400"/>
              <a:buFont typeface="Arial"/>
              <a:buNone/>
              <a:defRPr/>
            </a:lvl2pPr>
            <a:lvl3pPr indent="0" lvl="2" marL="0" algn="l">
              <a:lnSpc>
                <a:spcPct val="100000"/>
              </a:lnSpc>
              <a:spcBef>
                <a:spcPts val="0"/>
              </a:spcBef>
              <a:spcAft>
                <a:spcPts val="0"/>
              </a:spcAft>
              <a:buClr>
                <a:srgbClr val="000000"/>
              </a:buClr>
              <a:buSzPts val="1400"/>
              <a:buFont typeface="Arial"/>
              <a:buNone/>
              <a:defRPr/>
            </a:lvl3pPr>
            <a:lvl4pPr indent="0" lvl="3" marL="0" algn="l">
              <a:lnSpc>
                <a:spcPct val="100000"/>
              </a:lnSpc>
              <a:spcBef>
                <a:spcPts val="0"/>
              </a:spcBef>
              <a:spcAft>
                <a:spcPts val="0"/>
              </a:spcAft>
              <a:buClr>
                <a:srgbClr val="000000"/>
              </a:buClr>
              <a:buSzPts val="1400"/>
              <a:buFont typeface="Arial"/>
              <a:buNone/>
              <a:defRPr/>
            </a:lvl4pPr>
            <a:lvl5pPr indent="0" lvl="4" marL="0" algn="l">
              <a:lnSpc>
                <a:spcPct val="100000"/>
              </a:lnSpc>
              <a:spcBef>
                <a:spcPts val="0"/>
              </a:spcBef>
              <a:spcAft>
                <a:spcPts val="0"/>
              </a:spcAft>
              <a:buClr>
                <a:srgbClr val="000000"/>
              </a:buClr>
              <a:buSzPts val="1400"/>
              <a:buFont typeface="Arial"/>
              <a:buNone/>
              <a:defRPr/>
            </a:lvl5pPr>
            <a:lvl6pPr indent="0" lvl="5" marL="0" algn="l">
              <a:lnSpc>
                <a:spcPct val="100000"/>
              </a:lnSpc>
              <a:spcBef>
                <a:spcPts val="0"/>
              </a:spcBef>
              <a:spcAft>
                <a:spcPts val="0"/>
              </a:spcAft>
              <a:buClr>
                <a:srgbClr val="000000"/>
              </a:buClr>
              <a:buSzPts val="1400"/>
              <a:buFont typeface="Arial"/>
              <a:buNone/>
              <a:defRPr/>
            </a:lvl6pPr>
            <a:lvl7pPr indent="0" lvl="6" marL="0" algn="l">
              <a:lnSpc>
                <a:spcPct val="100000"/>
              </a:lnSpc>
              <a:spcBef>
                <a:spcPts val="0"/>
              </a:spcBef>
              <a:spcAft>
                <a:spcPts val="0"/>
              </a:spcAft>
              <a:buClr>
                <a:srgbClr val="000000"/>
              </a:buClr>
              <a:buSzPts val="1400"/>
              <a:buFont typeface="Arial"/>
              <a:buNone/>
              <a:defRPr/>
            </a:lvl7pPr>
            <a:lvl8pPr indent="0" lvl="7" marL="0" algn="l">
              <a:lnSpc>
                <a:spcPct val="100000"/>
              </a:lnSpc>
              <a:spcBef>
                <a:spcPts val="0"/>
              </a:spcBef>
              <a:spcAft>
                <a:spcPts val="0"/>
              </a:spcAft>
              <a:buClr>
                <a:srgbClr val="000000"/>
              </a:buClr>
              <a:buSzPts val="1400"/>
              <a:buFont typeface="Arial"/>
              <a:buNone/>
              <a:defRPr/>
            </a:lvl8pPr>
            <a:lvl9pPr indent="0" lvl="8" mar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Font typeface="Arial"/>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5" name="Google Shape;45;p42"/>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algn="l">
              <a:lnSpc>
                <a:spcPct val="100000"/>
              </a:lnSpc>
              <a:spcBef>
                <a:spcPts val="0"/>
              </a:spcBef>
              <a:spcAft>
                <a:spcPts val="0"/>
              </a:spcAft>
              <a:buClr>
                <a:srgbClr val="000000"/>
              </a:buClr>
              <a:buSzPts val="1400"/>
              <a:buFont typeface="Arial"/>
              <a:buNone/>
              <a:defRPr/>
            </a:lvl1pPr>
            <a:lvl2pPr indent="0" lvl="1" marL="0" algn="l">
              <a:lnSpc>
                <a:spcPct val="100000"/>
              </a:lnSpc>
              <a:spcBef>
                <a:spcPts val="0"/>
              </a:spcBef>
              <a:spcAft>
                <a:spcPts val="0"/>
              </a:spcAft>
              <a:buClr>
                <a:srgbClr val="000000"/>
              </a:buClr>
              <a:buSzPts val="1400"/>
              <a:buFont typeface="Arial"/>
              <a:buNone/>
              <a:defRPr/>
            </a:lvl2pPr>
            <a:lvl3pPr indent="0" lvl="2" marL="0" algn="l">
              <a:lnSpc>
                <a:spcPct val="100000"/>
              </a:lnSpc>
              <a:spcBef>
                <a:spcPts val="0"/>
              </a:spcBef>
              <a:spcAft>
                <a:spcPts val="0"/>
              </a:spcAft>
              <a:buClr>
                <a:srgbClr val="000000"/>
              </a:buClr>
              <a:buSzPts val="1400"/>
              <a:buFont typeface="Arial"/>
              <a:buNone/>
              <a:defRPr/>
            </a:lvl3pPr>
            <a:lvl4pPr indent="0" lvl="3" marL="0" algn="l">
              <a:lnSpc>
                <a:spcPct val="100000"/>
              </a:lnSpc>
              <a:spcBef>
                <a:spcPts val="0"/>
              </a:spcBef>
              <a:spcAft>
                <a:spcPts val="0"/>
              </a:spcAft>
              <a:buClr>
                <a:srgbClr val="000000"/>
              </a:buClr>
              <a:buSzPts val="1400"/>
              <a:buFont typeface="Arial"/>
              <a:buNone/>
              <a:defRPr/>
            </a:lvl4pPr>
            <a:lvl5pPr indent="0" lvl="4" marL="0" algn="l">
              <a:lnSpc>
                <a:spcPct val="100000"/>
              </a:lnSpc>
              <a:spcBef>
                <a:spcPts val="0"/>
              </a:spcBef>
              <a:spcAft>
                <a:spcPts val="0"/>
              </a:spcAft>
              <a:buClr>
                <a:srgbClr val="000000"/>
              </a:buClr>
              <a:buSzPts val="1400"/>
              <a:buFont typeface="Arial"/>
              <a:buNone/>
              <a:defRPr/>
            </a:lvl5pPr>
            <a:lvl6pPr indent="0" lvl="5" marL="0" algn="l">
              <a:lnSpc>
                <a:spcPct val="100000"/>
              </a:lnSpc>
              <a:spcBef>
                <a:spcPts val="0"/>
              </a:spcBef>
              <a:spcAft>
                <a:spcPts val="0"/>
              </a:spcAft>
              <a:buClr>
                <a:srgbClr val="000000"/>
              </a:buClr>
              <a:buSzPts val="1400"/>
              <a:buFont typeface="Arial"/>
              <a:buNone/>
              <a:defRPr/>
            </a:lvl6pPr>
            <a:lvl7pPr indent="0" lvl="6" marL="0" algn="l">
              <a:lnSpc>
                <a:spcPct val="100000"/>
              </a:lnSpc>
              <a:spcBef>
                <a:spcPts val="0"/>
              </a:spcBef>
              <a:spcAft>
                <a:spcPts val="0"/>
              </a:spcAft>
              <a:buClr>
                <a:srgbClr val="000000"/>
              </a:buClr>
              <a:buSzPts val="1400"/>
              <a:buFont typeface="Arial"/>
              <a:buNone/>
              <a:defRPr/>
            </a:lvl7pPr>
            <a:lvl8pPr indent="0" lvl="7" marL="0" algn="l">
              <a:lnSpc>
                <a:spcPct val="100000"/>
              </a:lnSpc>
              <a:spcBef>
                <a:spcPts val="0"/>
              </a:spcBef>
              <a:spcAft>
                <a:spcPts val="0"/>
              </a:spcAft>
              <a:buClr>
                <a:srgbClr val="000000"/>
              </a:buClr>
              <a:buSzPts val="1400"/>
              <a:buFont typeface="Arial"/>
              <a:buNone/>
              <a:defRPr/>
            </a:lvl8pPr>
            <a:lvl9pPr indent="0" lvl="8" mar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46" name="Shape 46"/>
        <p:cNvGrpSpPr/>
        <p:nvPr/>
      </p:nvGrpSpPr>
      <p:grpSpPr>
        <a:xfrm>
          <a:off x="0" y="0"/>
          <a:ext cx="0" cy="0"/>
          <a:chOff x="0" y="0"/>
          <a:chExt cx="0" cy="0"/>
        </a:xfrm>
      </p:grpSpPr>
      <p:sp>
        <p:nvSpPr>
          <p:cNvPr id="47" name="Google Shape;47;p43"/>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Arial"/>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43"/>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228600" lvl="0" marL="457200" algn="l">
              <a:lnSpc>
                <a:spcPct val="115000"/>
              </a:lnSpc>
              <a:spcBef>
                <a:spcPts val="0"/>
              </a:spcBef>
              <a:spcAft>
                <a:spcPts val="0"/>
              </a:spcAft>
              <a:buSzPts val="1200"/>
              <a:buFont typeface="Arial"/>
              <a:buNone/>
              <a:defRPr sz="1200"/>
            </a:lvl1pPr>
            <a:lvl2pPr indent="-228600" lvl="1" marL="914400" algn="l">
              <a:lnSpc>
                <a:spcPct val="115000"/>
              </a:lnSpc>
              <a:spcBef>
                <a:spcPts val="1600"/>
              </a:spcBef>
              <a:spcAft>
                <a:spcPts val="0"/>
              </a:spcAft>
              <a:buSzPts val="1200"/>
              <a:buFont typeface="Arial"/>
              <a:buNone/>
              <a:defRPr sz="1200"/>
            </a:lvl2pPr>
            <a:lvl3pPr indent="-228600" lvl="2" marL="1371600" algn="l">
              <a:lnSpc>
                <a:spcPct val="115000"/>
              </a:lnSpc>
              <a:spcBef>
                <a:spcPts val="1600"/>
              </a:spcBef>
              <a:spcAft>
                <a:spcPts val="0"/>
              </a:spcAft>
              <a:buSzPts val="1200"/>
              <a:buFont typeface="Arial"/>
              <a:buNone/>
              <a:defRPr sz="1200"/>
            </a:lvl3pPr>
            <a:lvl4pPr indent="-228600" lvl="3" marL="1828800" algn="l">
              <a:lnSpc>
                <a:spcPct val="115000"/>
              </a:lnSpc>
              <a:spcBef>
                <a:spcPts val="1600"/>
              </a:spcBef>
              <a:spcAft>
                <a:spcPts val="0"/>
              </a:spcAft>
              <a:buSzPts val="1200"/>
              <a:buFont typeface="Arial"/>
              <a:buNone/>
              <a:defRPr sz="1200"/>
            </a:lvl4pPr>
            <a:lvl5pPr indent="-228600" lvl="4" marL="2286000" algn="l">
              <a:lnSpc>
                <a:spcPct val="115000"/>
              </a:lnSpc>
              <a:spcBef>
                <a:spcPts val="1600"/>
              </a:spcBef>
              <a:spcAft>
                <a:spcPts val="0"/>
              </a:spcAft>
              <a:buSzPts val="1200"/>
              <a:buFont typeface="Arial"/>
              <a:buNone/>
              <a:defRPr sz="1200"/>
            </a:lvl5pPr>
            <a:lvl6pPr indent="-228600" lvl="5" marL="2743200" algn="l">
              <a:lnSpc>
                <a:spcPct val="115000"/>
              </a:lnSpc>
              <a:spcBef>
                <a:spcPts val="1600"/>
              </a:spcBef>
              <a:spcAft>
                <a:spcPts val="0"/>
              </a:spcAft>
              <a:buSzPts val="1200"/>
              <a:buFont typeface="Arial"/>
              <a:buNone/>
              <a:defRPr sz="1200"/>
            </a:lvl6pPr>
            <a:lvl7pPr indent="-228600" lvl="6" marL="3200400" algn="l">
              <a:lnSpc>
                <a:spcPct val="115000"/>
              </a:lnSpc>
              <a:spcBef>
                <a:spcPts val="1600"/>
              </a:spcBef>
              <a:spcAft>
                <a:spcPts val="0"/>
              </a:spcAft>
              <a:buSzPts val="1200"/>
              <a:buFont typeface="Arial"/>
              <a:buNone/>
              <a:defRPr sz="1200"/>
            </a:lvl7pPr>
            <a:lvl8pPr indent="-228600" lvl="7" marL="3657600" algn="l">
              <a:lnSpc>
                <a:spcPct val="115000"/>
              </a:lnSpc>
              <a:spcBef>
                <a:spcPts val="1600"/>
              </a:spcBef>
              <a:spcAft>
                <a:spcPts val="0"/>
              </a:spcAft>
              <a:buSzPts val="1200"/>
              <a:buFont typeface="Arial"/>
              <a:buNone/>
              <a:defRPr sz="1200"/>
            </a:lvl8pPr>
            <a:lvl9pPr indent="-228600" lvl="8" marL="4114800" algn="l">
              <a:lnSpc>
                <a:spcPct val="115000"/>
              </a:lnSpc>
              <a:spcBef>
                <a:spcPts val="1600"/>
              </a:spcBef>
              <a:spcAft>
                <a:spcPts val="1600"/>
              </a:spcAft>
              <a:buSzPts val="1200"/>
              <a:buFont typeface="Arial"/>
              <a:buNone/>
              <a:defRPr sz="1200"/>
            </a:lvl9pPr>
          </a:lstStyle>
          <a:p/>
        </p:txBody>
      </p:sp>
      <p:sp>
        <p:nvSpPr>
          <p:cNvPr id="49" name="Google Shape;49;p43"/>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algn="l">
              <a:lnSpc>
                <a:spcPct val="100000"/>
              </a:lnSpc>
              <a:spcBef>
                <a:spcPts val="0"/>
              </a:spcBef>
              <a:spcAft>
                <a:spcPts val="0"/>
              </a:spcAft>
              <a:buClr>
                <a:srgbClr val="000000"/>
              </a:buClr>
              <a:buSzPts val="1400"/>
              <a:buFont typeface="Arial"/>
              <a:buNone/>
              <a:defRPr/>
            </a:lvl1pPr>
            <a:lvl2pPr indent="0" lvl="1" marL="0" algn="l">
              <a:lnSpc>
                <a:spcPct val="100000"/>
              </a:lnSpc>
              <a:spcBef>
                <a:spcPts val="0"/>
              </a:spcBef>
              <a:spcAft>
                <a:spcPts val="0"/>
              </a:spcAft>
              <a:buClr>
                <a:srgbClr val="000000"/>
              </a:buClr>
              <a:buSzPts val="1400"/>
              <a:buFont typeface="Arial"/>
              <a:buNone/>
              <a:defRPr/>
            </a:lvl2pPr>
            <a:lvl3pPr indent="0" lvl="2" marL="0" algn="l">
              <a:lnSpc>
                <a:spcPct val="100000"/>
              </a:lnSpc>
              <a:spcBef>
                <a:spcPts val="0"/>
              </a:spcBef>
              <a:spcAft>
                <a:spcPts val="0"/>
              </a:spcAft>
              <a:buClr>
                <a:srgbClr val="000000"/>
              </a:buClr>
              <a:buSzPts val="1400"/>
              <a:buFont typeface="Arial"/>
              <a:buNone/>
              <a:defRPr/>
            </a:lvl3pPr>
            <a:lvl4pPr indent="0" lvl="3" marL="0" algn="l">
              <a:lnSpc>
                <a:spcPct val="100000"/>
              </a:lnSpc>
              <a:spcBef>
                <a:spcPts val="0"/>
              </a:spcBef>
              <a:spcAft>
                <a:spcPts val="0"/>
              </a:spcAft>
              <a:buClr>
                <a:srgbClr val="000000"/>
              </a:buClr>
              <a:buSzPts val="1400"/>
              <a:buFont typeface="Arial"/>
              <a:buNone/>
              <a:defRPr/>
            </a:lvl4pPr>
            <a:lvl5pPr indent="0" lvl="4" marL="0" algn="l">
              <a:lnSpc>
                <a:spcPct val="100000"/>
              </a:lnSpc>
              <a:spcBef>
                <a:spcPts val="0"/>
              </a:spcBef>
              <a:spcAft>
                <a:spcPts val="0"/>
              </a:spcAft>
              <a:buClr>
                <a:srgbClr val="000000"/>
              </a:buClr>
              <a:buSzPts val="1400"/>
              <a:buFont typeface="Arial"/>
              <a:buNone/>
              <a:defRPr/>
            </a:lvl5pPr>
            <a:lvl6pPr indent="0" lvl="5" marL="0" algn="l">
              <a:lnSpc>
                <a:spcPct val="100000"/>
              </a:lnSpc>
              <a:spcBef>
                <a:spcPts val="0"/>
              </a:spcBef>
              <a:spcAft>
                <a:spcPts val="0"/>
              </a:spcAft>
              <a:buClr>
                <a:srgbClr val="000000"/>
              </a:buClr>
              <a:buSzPts val="1400"/>
              <a:buFont typeface="Arial"/>
              <a:buNone/>
              <a:defRPr/>
            </a:lvl6pPr>
            <a:lvl7pPr indent="0" lvl="6" marL="0" algn="l">
              <a:lnSpc>
                <a:spcPct val="100000"/>
              </a:lnSpc>
              <a:spcBef>
                <a:spcPts val="0"/>
              </a:spcBef>
              <a:spcAft>
                <a:spcPts val="0"/>
              </a:spcAft>
              <a:buClr>
                <a:srgbClr val="000000"/>
              </a:buClr>
              <a:buSzPts val="1400"/>
              <a:buFont typeface="Arial"/>
              <a:buNone/>
              <a:defRPr/>
            </a:lvl7pPr>
            <a:lvl8pPr indent="0" lvl="7" marL="0" algn="l">
              <a:lnSpc>
                <a:spcPct val="100000"/>
              </a:lnSpc>
              <a:spcBef>
                <a:spcPts val="0"/>
              </a:spcBef>
              <a:spcAft>
                <a:spcPts val="0"/>
              </a:spcAft>
              <a:buClr>
                <a:srgbClr val="000000"/>
              </a:buClr>
              <a:buSzPts val="1400"/>
              <a:buFont typeface="Arial"/>
              <a:buNone/>
              <a:defRPr/>
            </a:lvl8pPr>
            <a:lvl9pPr indent="0" lvl="8" mar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50" name="Shape 50"/>
        <p:cNvGrpSpPr/>
        <p:nvPr/>
      </p:nvGrpSpPr>
      <p:grpSpPr>
        <a:xfrm>
          <a:off x="0" y="0"/>
          <a:ext cx="0" cy="0"/>
          <a:chOff x="0" y="0"/>
          <a:chExt cx="0" cy="0"/>
        </a:xfrm>
      </p:grpSpPr>
      <p:sp>
        <p:nvSpPr>
          <p:cNvPr id="51" name="Google Shape;51;p44"/>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Font typeface="Arial"/>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2" name="Google Shape;52;p44"/>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algn="l">
              <a:lnSpc>
                <a:spcPct val="100000"/>
              </a:lnSpc>
              <a:spcBef>
                <a:spcPts val="0"/>
              </a:spcBef>
              <a:spcAft>
                <a:spcPts val="0"/>
              </a:spcAft>
              <a:buClr>
                <a:srgbClr val="000000"/>
              </a:buClr>
              <a:buSzPts val="1400"/>
              <a:buFont typeface="Arial"/>
              <a:buNone/>
              <a:defRPr/>
            </a:lvl1pPr>
            <a:lvl2pPr indent="0" lvl="1" marL="0" algn="l">
              <a:lnSpc>
                <a:spcPct val="100000"/>
              </a:lnSpc>
              <a:spcBef>
                <a:spcPts val="0"/>
              </a:spcBef>
              <a:spcAft>
                <a:spcPts val="0"/>
              </a:spcAft>
              <a:buClr>
                <a:srgbClr val="000000"/>
              </a:buClr>
              <a:buSzPts val="1400"/>
              <a:buFont typeface="Arial"/>
              <a:buNone/>
              <a:defRPr/>
            </a:lvl2pPr>
            <a:lvl3pPr indent="0" lvl="2" marL="0" algn="l">
              <a:lnSpc>
                <a:spcPct val="100000"/>
              </a:lnSpc>
              <a:spcBef>
                <a:spcPts val="0"/>
              </a:spcBef>
              <a:spcAft>
                <a:spcPts val="0"/>
              </a:spcAft>
              <a:buClr>
                <a:srgbClr val="000000"/>
              </a:buClr>
              <a:buSzPts val="1400"/>
              <a:buFont typeface="Arial"/>
              <a:buNone/>
              <a:defRPr/>
            </a:lvl3pPr>
            <a:lvl4pPr indent="0" lvl="3" marL="0" algn="l">
              <a:lnSpc>
                <a:spcPct val="100000"/>
              </a:lnSpc>
              <a:spcBef>
                <a:spcPts val="0"/>
              </a:spcBef>
              <a:spcAft>
                <a:spcPts val="0"/>
              </a:spcAft>
              <a:buClr>
                <a:srgbClr val="000000"/>
              </a:buClr>
              <a:buSzPts val="1400"/>
              <a:buFont typeface="Arial"/>
              <a:buNone/>
              <a:defRPr/>
            </a:lvl4pPr>
            <a:lvl5pPr indent="0" lvl="4" marL="0" algn="l">
              <a:lnSpc>
                <a:spcPct val="100000"/>
              </a:lnSpc>
              <a:spcBef>
                <a:spcPts val="0"/>
              </a:spcBef>
              <a:spcAft>
                <a:spcPts val="0"/>
              </a:spcAft>
              <a:buClr>
                <a:srgbClr val="000000"/>
              </a:buClr>
              <a:buSzPts val="1400"/>
              <a:buFont typeface="Arial"/>
              <a:buNone/>
              <a:defRPr/>
            </a:lvl5pPr>
            <a:lvl6pPr indent="0" lvl="5" marL="0" algn="l">
              <a:lnSpc>
                <a:spcPct val="100000"/>
              </a:lnSpc>
              <a:spcBef>
                <a:spcPts val="0"/>
              </a:spcBef>
              <a:spcAft>
                <a:spcPts val="0"/>
              </a:spcAft>
              <a:buClr>
                <a:srgbClr val="000000"/>
              </a:buClr>
              <a:buSzPts val="1400"/>
              <a:buFont typeface="Arial"/>
              <a:buNone/>
              <a:defRPr/>
            </a:lvl6pPr>
            <a:lvl7pPr indent="0" lvl="6" marL="0" algn="l">
              <a:lnSpc>
                <a:spcPct val="100000"/>
              </a:lnSpc>
              <a:spcBef>
                <a:spcPts val="0"/>
              </a:spcBef>
              <a:spcAft>
                <a:spcPts val="0"/>
              </a:spcAft>
              <a:buClr>
                <a:srgbClr val="000000"/>
              </a:buClr>
              <a:buSzPts val="1400"/>
              <a:buFont typeface="Arial"/>
              <a:buNone/>
              <a:defRPr/>
            </a:lvl7pPr>
            <a:lvl8pPr indent="0" lvl="7" marL="0" algn="l">
              <a:lnSpc>
                <a:spcPct val="100000"/>
              </a:lnSpc>
              <a:spcBef>
                <a:spcPts val="0"/>
              </a:spcBef>
              <a:spcAft>
                <a:spcPts val="0"/>
              </a:spcAft>
              <a:buClr>
                <a:srgbClr val="000000"/>
              </a:buClr>
              <a:buSzPts val="1400"/>
              <a:buFont typeface="Arial"/>
              <a:buNone/>
              <a:defRPr/>
            </a:lvl8pPr>
            <a:lvl9pPr indent="0" lvl="8" mar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53" name="Shape 53"/>
        <p:cNvGrpSpPr/>
        <p:nvPr/>
      </p:nvGrpSpPr>
      <p:grpSpPr>
        <a:xfrm>
          <a:off x="0" y="0"/>
          <a:ext cx="0" cy="0"/>
          <a:chOff x="0" y="0"/>
          <a:chExt cx="0" cy="0"/>
        </a:xfrm>
      </p:grpSpPr>
      <p:sp>
        <p:nvSpPr>
          <p:cNvPr id="54" name="Google Shape;54;p45"/>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45"/>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Font typeface="Arial"/>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6" name="Google Shape;56;p45"/>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Font typeface="Arial"/>
              <a:buNone/>
              <a:defRPr sz="2100"/>
            </a:lvl1pPr>
            <a:lvl2pPr lvl="1" algn="ctr">
              <a:lnSpc>
                <a:spcPct val="100000"/>
              </a:lnSpc>
              <a:spcBef>
                <a:spcPts val="0"/>
              </a:spcBef>
              <a:spcAft>
                <a:spcPts val="0"/>
              </a:spcAft>
              <a:buSzPts val="2100"/>
              <a:buFont typeface="Arial"/>
              <a:buNone/>
              <a:defRPr sz="2100"/>
            </a:lvl2pPr>
            <a:lvl3pPr lvl="2" algn="ctr">
              <a:lnSpc>
                <a:spcPct val="100000"/>
              </a:lnSpc>
              <a:spcBef>
                <a:spcPts val="0"/>
              </a:spcBef>
              <a:spcAft>
                <a:spcPts val="0"/>
              </a:spcAft>
              <a:buSzPts val="2100"/>
              <a:buFont typeface="Arial"/>
              <a:buNone/>
              <a:defRPr sz="2100"/>
            </a:lvl3pPr>
            <a:lvl4pPr lvl="3" algn="ctr">
              <a:lnSpc>
                <a:spcPct val="100000"/>
              </a:lnSpc>
              <a:spcBef>
                <a:spcPts val="0"/>
              </a:spcBef>
              <a:spcAft>
                <a:spcPts val="0"/>
              </a:spcAft>
              <a:buSzPts val="2100"/>
              <a:buFont typeface="Arial"/>
              <a:buNone/>
              <a:defRPr sz="2100"/>
            </a:lvl4pPr>
            <a:lvl5pPr lvl="4" algn="ctr">
              <a:lnSpc>
                <a:spcPct val="100000"/>
              </a:lnSpc>
              <a:spcBef>
                <a:spcPts val="0"/>
              </a:spcBef>
              <a:spcAft>
                <a:spcPts val="0"/>
              </a:spcAft>
              <a:buSzPts val="2100"/>
              <a:buFont typeface="Arial"/>
              <a:buNone/>
              <a:defRPr sz="2100"/>
            </a:lvl5pPr>
            <a:lvl6pPr lvl="5" algn="ctr">
              <a:lnSpc>
                <a:spcPct val="100000"/>
              </a:lnSpc>
              <a:spcBef>
                <a:spcPts val="0"/>
              </a:spcBef>
              <a:spcAft>
                <a:spcPts val="0"/>
              </a:spcAft>
              <a:buSzPts val="2100"/>
              <a:buFont typeface="Arial"/>
              <a:buNone/>
              <a:defRPr sz="2100"/>
            </a:lvl6pPr>
            <a:lvl7pPr lvl="6" algn="ctr">
              <a:lnSpc>
                <a:spcPct val="100000"/>
              </a:lnSpc>
              <a:spcBef>
                <a:spcPts val="0"/>
              </a:spcBef>
              <a:spcAft>
                <a:spcPts val="0"/>
              </a:spcAft>
              <a:buSzPts val="2100"/>
              <a:buFont typeface="Arial"/>
              <a:buNone/>
              <a:defRPr sz="2100"/>
            </a:lvl7pPr>
            <a:lvl8pPr lvl="7" algn="ctr">
              <a:lnSpc>
                <a:spcPct val="100000"/>
              </a:lnSpc>
              <a:spcBef>
                <a:spcPts val="0"/>
              </a:spcBef>
              <a:spcAft>
                <a:spcPts val="0"/>
              </a:spcAft>
              <a:buSzPts val="2100"/>
              <a:buFont typeface="Arial"/>
              <a:buNone/>
              <a:defRPr sz="2100"/>
            </a:lvl8pPr>
            <a:lvl9pPr lvl="8" algn="ctr">
              <a:lnSpc>
                <a:spcPct val="100000"/>
              </a:lnSpc>
              <a:spcBef>
                <a:spcPts val="0"/>
              </a:spcBef>
              <a:spcAft>
                <a:spcPts val="0"/>
              </a:spcAft>
              <a:buSzPts val="2100"/>
              <a:buFont typeface="Arial"/>
              <a:buNone/>
              <a:defRPr sz="2100"/>
            </a:lvl9pPr>
          </a:lstStyle>
          <a:p/>
        </p:txBody>
      </p:sp>
      <p:sp>
        <p:nvSpPr>
          <p:cNvPr id="57" name="Google Shape;57;p45"/>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228600" lvl="0" marL="457200" algn="l">
              <a:lnSpc>
                <a:spcPct val="115000"/>
              </a:lnSpc>
              <a:spcBef>
                <a:spcPts val="0"/>
              </a:spcBef>
              <a:spcAft>
                <a:spcPts val="0"/>
              </a:spcAft>
              <a:buSzPts val="1800"/>
              <a:buFont typeface="Arial"/>
              <a:buNone/>
              <a:defRPr/>
            </a:lvl1pPr>
            <a:lvl2pPr indent="-228600" lvl="1" marL="914400" algn="l">
              <a:lnSpc>
                <a:spcPct val="115000"/>
              </a:lnSpc>
              <a:spcBef>
                <a:spcPts val="1600"/>
              </a:spcBef>
              <a:spcAft>
                <a:spcPts val="0"/>
              </a:spcAft>
              <a:buSzPts val="1400"/>
              <a:buFont typeface="Arial"/>
              <a:buNone/>
              <a:defRPr/>
            </a:lvl2pPr>
            <a:lvl3pPr indent="-228600" lvl="2" marL="1371600" algn="l">
              <a:lnSpc>
                <a:spcPct val="115000"/>
              </a:lnSpc>
              <a:spcBef>
                <a:spcPts val="1600"/>
              </a:spcBef>
              <a:spcAft>
                <a:spcPts val="0"/>
              </a:spcAft>
              <a:buSzPts val="1400"/>
              <a:buFont typeface="Arial"/>
              <a:buNone/>
              <a:defRPr/>
            </a:lvl3pPr>
            <a:lvl4pPr indent="-228600" lvl="3" marL="1828800" algn="l">
              <a:lnSpc>
                <a:spcPct val="115000"/>
              </a:lnSpc>
              <a:spcBef>
                <a:spcPts val="1600"/>
              </a:spcBef>
              <a:spcAft>
                <a:spcPts val="0"/>
              </a:spcAft>
              <a:buSzPts val="1400"/>
              <a:buFont typeface="Arial"/>
              <a:buNone/>
              <a:defRPr/>
            </a:lvl4pPr>
            <a:lvl5pPr indent="-228600" lvl="4" marL="2286000" algn="l">
              <a:lnSpc>
                <a:spcPct val="115000"/>
              </a:lnSpc>
              <a:spcBef>
                <a:spcPts val="1600"/>
              </a:spcBef>
              <a:spcAft>
                <a:spcPts val="0"/>
              </a:spcAft>
              <a:buSzPts val="1400"/>
              <a:buFont typeface="Arial"/>
              <a:buNone/>
              <a:defRPr/>
            </a:lvl5pPr>
            <a:lvl6pPr indent="-228600" lvl="5" marL="2743200" algn="l">
              <a:lnSpc>
                <a:spcPct val="115000"/>
              </a:lnSpc>
              <a:spcBef>
                <a:spcPts val="1600"/>
              </a:spcBef>
              <a:spcAft>
                <a:spcPts val="0"/>
              </a:spcAft>
              <a:buSzPts val="1400"/>
              <a:buFont typeface="Arial"/>
              <a:buNone/>
              <a:defRPr/>
            </a:lvl6pPr>
            <a:lvl7pPr indent="-228600" lvl="6" marL="3200400" algn="l">
              <a:lnSpc>
                <a:spcPct val="115000"/>
              </a:lnSpc>
              <a:spcBef>
                <a:spcPts val="1600"/>
              </a:spcBef>
              <a:spcAft>
                <a:spcPts val="0"/>
              </a:spcAft>
              <a:buSzPts val="1400"/>
              <a:buFont typeface="Arial"/>
              <a:buNone/>
              <a:defRPr/>
            </a:lvl7pPr>
            <a:lvl8pPr indent="-228600" lvl="7" marL="3657600" algn="l">
              <a:lnSpc>
                <a:spcPct val="115000"/>
              </a:lnSpc>
              <a:spcBef>
                <a:spcPts val="1600"/>
              </a:spcBef>
              <a:spcAft>
                <a:spcPts val="0"/>
              </a:spcAft>
              <a:buSzPts val="1400"/>
              <a:buFont typeface="Arial"/>
              <a:buNone/>
              <a:defRPr/>
            </a:lvl8pPr>
            <a:lvl9pPr indent="-228600" lvl="8" marL="4114800" algn="l">
              <a:lnSpc>
                <a:spcPct val="115000"/>
              </a:lnSpc>
              <a:spcBef>
                <a:spcPts val="1600"/>
              </a:spcBef>
              <a:spcAft>
                <a:spcPts val="1600"/>
              </a:spcAft>
              <a:buSzPts val="1400"/>
              <a:buFont typeface="Arial"/>
              <a:buNone/>
              <a:defRPr/>
            </a:lvl9pPr>
          </a:lstStyle>
          <a:p/>
        </p:txBody>
      </p:sp>
      <p:sp>
        <p:nvSpPr>
          <p:cNvPr id="58" name="Google Shape;58;p45"/>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algn="l">
              <a:lnSpc>
                <a:spcPct val="100000"/>
              </a:lnSpc>
              <a:spcBef>
                <a:spcPts val="0"/>
              </a:spcBef>
              <a:spcAft>
                <a:spcPts val="0"/>
              </a:spcAft>
              <a:buClr>
                <a:srgbClr val="000000"/>
              </a:buClr>
              <a:buSzPts val="1400"/>
              <a:buFont typeface="Arial"/>
              <a:buNone/>
              <a:defRPr/>
            </a:lvl1pPr>
            <a:lvl2pPr indent="0" lvl="1" marL="0" algn="l">
              <a:lnSpc>
                <a:spcPct val="100000"/>
              </a:lnSpc>
              <a:spcBef>
                <a:spcPts val="0"/>
              </a:spcBef>
              <a:spcAft>
                <a:spcPts val="0"/>
              </a:spcAft>
              <a:buClr>
                <a:srgbClr val="000000"/>
              </a:buClr>
              <a:buSzPts val="1400"/>
              <a:buFont typeface="Arial"/>
              <a:buNone/>
              <a:defRPr/>
            </a:lvl2pPr>
            <a:lvl3pPr indent="0" lvl="2" marL="0" algn="l">
              <a:lnSpc>
                <a:spcPct val="100000"/>
              </a:lnSpc>
              <a:spcBef>
                <a:spcPts val="0"/>
              </a:spcBef>
              <a:spcAft>
                <a:spcPts val="0"/>
              </a:spcAft>
              <a:buClr>
                <a:srgbClr val="000000"/>
              </a:buClr>
              <a:buSzPts val="1400"/>
              <a:buFont typeface="Arial"/>
              <a:buNone/>
              <a:defRPr/>
            </a:lvl3pPr>
            <a:lvl4pPr indent="0" lvl="3" marL="0" algn="l">
              <a:lnSpc>
                <a:spcPct val="100000"/>
              </a:lnSpc>
              <a:spcBef>
                <a:spcPts val="0"/>
              </a:spcBef>
              <a:spcAft>
                <a:spcPts val="0"/>
              </a:spcAft>
              <a:buClr>
                <a:srgbClr val="000000"/>
              </a:buClr>
              <a:buSzPts val="1400"/>
              <a:buFont typeface="Arial"/>
              <a:buNone/>
              <a:defRPr/>
            </a:lvl4pPr>
            <a:lvl5pPr indent="0" lvl="4" marL="0" algn="l">
              <a:lnSpc>
                <a:spcPct val="100000"/>
              </a:lnSpc>
              <a:spcBef>
                <a:spcPts val="0"/>
              </a:spcBef>
              <a:spcAft>
                <a:spcPts val="0"/>
              </a:spcAft>
              <a:buClr>
                <a:srgbClr val="000000"/>
              </a:buClr>
              <a:buSzPts val="1400"/>
              <a:buFont typeface="Arial"/>
              <a:buNone/>
              <a:defRPr/>
            </a:lvl5pPr>
            <a:lvl6pPr indent="0" lvl="5" marL="0" algn="l">
              <a:lnSpc>
                <a:spcPct val="100000"/>
              </a:lnSpc>
              <a:spcBef>
                <a:spcPts val="0"/>
              </a:spcBef>
              <a:spcAft>
                <a:spcPts val="0"/>
              </a:spcAft>
              <a:buClr>
                <a:srgbClr val="000000"/>
              </a:buClr>
              <a:buSzPts val="1400"/>
              <a:buFont typeface="Arial"/>
              <a:buNone/>
              <a:defRPr/>
            </a:lvl6pPr>
            <a:lvl7pPr indent="0" lvl="6" marL="0" algn="l">
              <a:lnSpc>
                <a:spcPct val="100000"/>
              </a:lnSpc>
              <a:spcBef>
                <a:spcPts val="0"/>
              </a:spcBef>
              <a:spcAft>
                <a:spcPts val="0"/>
              </a:spcAft>
              <a:buClr>
                <a:srgbClr val="000000"/>
              </a:buClr>
              <a:buSzPts val="1400"/>
              <a:buFont typeface="Arial"/>
              <a:buNone/>
              <a:defRPr/>
            </a:lvl7pPr>
            <a:lvl8pPr indent="0" lvl="7" marL="0" algn="l">
              <a:lnSpc>
                <a:spcPct val="100000"/>
              </a:lnSpc>
              <a:spcBef>
                <a:spcPts val="0"/>
              </a:spcBef>
              <a:spcAft>
                <a:spcPts val="0"/>
              </a:spcAft>
              <a:buClr>
                <a:srgbClr val="000000"/>
              </a:buClr>
              <a:buSzPts val="1400"/>
              <a:buFont typeface="Arial"/>
              <a:buNone/>
              <a:defRPr/>
            </a:lvl8pPr>
            <a:lvl9pPr indent="0" lvl="8" mar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59" name="Shape 59"/>
        <p:cNvGrpSpPr/>
        <p:nvPr/>
      </p:nvGrpSpPr>
      <p:grpSpPr>
        <a:xfrm>
          <a:off x="0" y="0"/>
          <a:ext cx="0" cy="0"/>
          <a:chOff x="0" y="0"/>
          <a:chExt cx="0" cy="0"/>
        </a:xfrm>
      </p:grpSpPr>
      <p:sp>
        <p:nvSpPr>
          <p:cNvPr id="60" name="Google Shape;60;p46"/>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Font typeface="Arial"/>
              <a:buNone/>
              <a:defRPr/>
            </a:lvl1pPr>
            <a:lvl2pPr indent="-228600" lvl="1" marL="914400" algn="l">
              <a:lnSpc>
                <a:spcPct val="115000"/>
              </a:lnSpc>
              <a:spcBef>
                <a:spcPts val="0"/>
              </a:spcBef>
              <a:spcAft>
                <a:spcPts val="0"/>
              </a:spcAft>
              <a:buSzPts val="1800"/>
              <a:buNone/>
              <a:defRPr/>
            </a:lvl2pPr>
            <a:lvl3pPr indent="-228600" lvl="2" marL="1371600" algn="l">
              <a:lnSpc>
                <a:spcPct val="115000"/>
              </a:lnSpc>
              <a:spcBef>
                <a:spcPts val="1600"/>
              </a:spcBef>
              <a:spcAft>
                <a:spcPts val="0"/>
              </a:spcAft>
              <a:buSzPts val="1800"/>
              <a:buNone/>
              <a:defRPr/>
            </a:lvl3pPr>
            <a:lvl4pPr indent="-228600" lvl="3" marL="1828800" algn="l">
              <a:lnSpc>
                <a:spcPct val="115000"/>
              </a:lnSpc>
              <a:spcBef>
                <a:spcPts val="1600"/>
              </a:spcBef>
              <a:spcAft>
                <a:spcPts val="0"/>
              </a:spcAft>
              <a:buSzPts val="1800"/>
              <a:buNone/>
              <a:defRPr/>
            </a:lvl4pPr>
            <a:lvl5pPr indent="-228600" lvl="4" marL="2286000" algn="l">
              <a:lnSpc>
                <a:spcPct val="115000"/>
              </a:lnSpc>
              <a:spcBef>
                <a:spcPts val="1600"/>
              </a:spcBef>
              <a:spcAft>
                <a:spcPts val="0"/>
              </a:spcAft>
              <a:buSzPts val="1800"/>
              <a:buNone/>
              <a:defRPr/>
            </a:lvl5pPr>
            <a:lvl6pPr indent="-228600" lvl="5" marL="2743200" algn="l">
              <a:lnSpc>
                <a:spcPct val="115000"/>
              </a:lnSpc>
              <a:spcBef>
                <a:spcPts val="1600"/>
              </a:spcBef>
              <a:spcAft>
                <a:spcPts val="0"/>
              </a:spcAft>
              <a:buSzPts val="1800"/>
              <a:buNone/>
              <a:defRPr/>
            </a:lvl6pPr>
            <a:lvl7pPr indent="-228600" lvl="6" marL="3200400" algn="l">
              <a:lnSpc>
                <a:spcPct val="115000"/>
              </a:lnSpc>
              <a:spcBef>
                <a:spcPts val="1600"/>
              </a:spcBef>
              <a:spcAft>
                <a:spcPts val="0"/>
              </a:spcAft>
              <a:buSzPts val="1800"/>
              <a:buNone/>
              <a:defRPr/>
            </a:lvl7pPr>
            <a:lvl8pPr indent="-228600" lvl="7" marL="3657600" algn="l">
              <a:lnSpc>
                <a:spcPct val="115000"/>
              </a:lnSpc>
              <a:spcBef>
                <a:spcPts val="1600"/>
              </a:spcBef>
              <a:spcAft>
                <a:spcPts val="0"/>
              </a:spcAft>
              <a:buSzPts val="1800"/>
              <a:buNone/>
              <a:defRPr/>
            </a:lvl8pPr>
            <a:lvl9pPr indent="-228600" lvl="8" marL="4114800" algn="l">
              <a:lnSpc>
                <a:spcPct val="115000"/>
              </a:lnSpc>
              <a:spcBef>
                <a:spcPts val="1600"/>
              </a:spcBef>
              <a:spcAft>
                <a:spcPts val="1600"/>
              </a:spcAft>
              <a:buSzPts val="1800"/>
              <a:buNone/>
              <a:defRPr/>
            </a:lvl9pPr>
          </a:lstStyle>
          <a:p/>
        </p:txBody>
      </p:sp>
      <p:sp>
        <p:nvSpPr>
          <p:cNvPr id="61" name="Google Shape;61;p46"/>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algn="l">
              <a:lnSpc>
                <a:spcPct val="100000"/>
              </a:lnSpc>
              <a:spcBef>
                <a:spcPts val="0"/>
              </a:spcBef>
              <a:spcAft>
                <a:spcPts val="0"/>
              </a:spcAft>
              <a:buClr>
                <a:srgbClr val="000000"/>
              </a:buClr>
              <a:buSzPts val="1400"/>
              <a:buFont typeface="Arial"/>
              <a:buNone/>
              <a:defRPr/>
            </a:lvl1pPr>
            <a:lvl2pPr indent="0" lvl="1" marL="0" algn="l">
              <a:lnSpc>
                <a:spcPct val="100000"/>
              </a:lnSpc>
              <a:spcBef>
                <a:spcPts val="0"/>
              </a:spcBef>
              <a:spcAft>
                <a:spcPts val="0"/>
              </a:spcAft>
              <a:buClr>
                <a:srgbClr val="000000"/>
              </a:buClr>
              <a:buSzPts val="1400"/>
              <a:buFont typeface="Arial"/>
              <a:buNone/>
              <a:defRPr/>
            </a:lvl2pPr>
            <a:lvl3pPr indent="0" lvl="2" marL="0" algn="l">
              <a:lnSpc>
                <a:spcPct val="100000"/>
              </a:lnSpc>
              <a:spcBef>
                <a:spcPts val="0"/>
              </a:spcBef>
              <a:spcAft>
                <a:spcPts val="0"/>
              </a:spcAft>
              <a:buClr>
                <a:srgbClr val="000000"/>
              </a:buClr>
              <a:buSzPts val="1400"/>
              <a:buFont typeface="Arial"/>
              <a:buNone/>
              <a:defRPr/>
            </a:lvl3pPr>
            <a:lvl4pPr indent="0" lvl="3" marL="0" algn="l">
              <a:lnSpc>
                <a:spcPct val="100000"/>
              </a:lnSpc>
              <a:spcBef>
                <a:spcPts val="0"/>
              </a:spcBef>
              <a:spcAft>
                <a:spcPts val="0"/>
              </a:spcAft>
              <a:buClr>
                <a:srgbClr val="000000"/>
              </a:buClr>
              <a:buSzPts val="1400"/>
              <a:buFont typeface="Arial"/>
              <a:buNone/>
              <a:defRPr/>
            </a:lvl4pPr>
            <a:lvl5pPr indent="0" lvl="4" marL="0" algn="l">
              <a:lnSpc>
                <a:spcPct val="100000"/>
              </a:lnSpc>
              <a:spcBef>
                <a:spcPts val="0"/>
              </a:spcBef>
              <a:spcAft>
                <a:spcPts val="0"/>
              </a:spcAft>
              <a:buClr>
                <a:srgbClr val="000000"/>
              </a:buClr>
              <a:buSzPts val="1400"/>
              <a:buFont typeface="Arial"/>
              <a:buNone/>
              <a:defRPr/>
            </a:lvl5pPr>
            <a:lvl6pPr indent="0" lvl="5" marL="0" algn="l">
              <a:lnSpc>
                <a:spcPct val="100000"/>
              </a:lnSpc>
              <a:spcBef>
                <a:spcPts val="0"/>
              </a:spcBef>
              <a:spcAft>
                <a:spcPts val="0"/>
              </a:spcAft>
              <a:buClr>
                <a:srgbClr val="000000"/>
              </a:buClr>
              <a:buSzPts val="1400"/>
              <a:buFont typeface="Arial"/>
              <a:buNone/>
              <a:defRPr/>
            </a:lvl6pPr>
            <a:lvl7pPr indent="0" lvl="6" marL="0" algn="l">
              <a:lnSpc>
                <a:spcPct val="100000"/>
              </a:lnSpc>
              <a:spcBef>
                <a:spcPts val="0"/>
              </a:spcBef>
              <a:spcAft>
                <a:spcPts val="0"/>
              </a:spcAft>
              <a:buClr>
                <a:srgbClr val="000000"/>
              </a:buClr>
              <a:buSzPts val="1400"/>
              <a:buFont typeface="Arial"/>
              <a:buNone/>
              <a:defRPr/>
            </a:lvl7pPr>
            <a:lvl8pPr indent="0" lvl="7" marL="0" algn="l">
              <a:lnSpc>
                <a:spcPct val="100000"/>
              </a:lnSpc>
              <a:spcBef>
                <a:spcPts val="0"/>
              </a:spcBef>
              <a:spcAft>
                <a:spcPts val="0"/>
              </a:spcAft>
              <a:buClr>
                <a:srgbClr val="000000"/>
              </a:buClr>
              <a:buSzPts val="1400"/>
              <a:buFont typeface="Arial"/>
              <a:buNone/>
              <a:defRPr/>
            </a:lvl8pPr>
            <a:lvl9pPr indent="0" lvl="8" mar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62" name="Shape 62"/>
        <p:cNvGrpSpPr/>
        <p:nvPr/>
      </p:nvGrpSpPr>
      <p:grpSpPr>
        <a:xfrm>
          <a:off x="0" y="0"/>
          <a:ext cx="0" cy="0"/>
          <a:chOff x="0" y="0"/>
          <a:chExt cx="0" cy="0"/>
        </a:xfrm>
      </p:grpSpPr>
      <p:sp>
        <p:nvSpPr>
          <p:cNvPr id="63" name="Google Shape;63;p47"/>
          <p:cNvSpPr txBox="1"/>
          <p:nvPr>
            <p:ph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Font typeface="Arial"/>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p:txBody>
      </p:sp>
      <p:sp>
        <p:nvSpPr>
          <p:cNvPr id="64" name="Google Shape;64;p47"/>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228600" lvl="0" marL="457200" algn="ctr">
              <a:lnSpc>
                <a:spcPct val="115000"/>
              </a:lnSpc>
              <a:spcBef>
                <a:spcPts val="0"/>
              </a:spcBef>
              <a:spcAft>
                <a:spcPts val="0"/>
              </a:spcAft>
              <a:buSzPts val="1800"/>
              <a:buFont typeface="Arial"/>
              <a:buNone/>
              <a:defRPr/>
            </a:lvl1pPr>
            <a:lvl2pPr indent="-228600" lvl="1" marL="914400" algn="ctr">
              <a:lnSpc>
                <a:spcPct val="115000"/>
              </a:lnSpc>
              <a:spcBef>
                <a:spcPts val="1600"/>
              </a:spcBef>
              <a:spcAft>
                <a:spcPts val="0"/>
              </a:spcAft>
              <a:buSzPts val="1400"/>
              <a:buFont typeface="Arial"/>
              <a:buNone/>
              <a:defRPr/>
            </a:lvl2pPr>
            <a:lvl3pPr indent="-228600" lvl="2" marL="1371600" algn="ctr">
              <a:lnSpc>
                <a:spcPct val="115000"/>
              </a:lnSpc>
              <a:spcBef>
                <a:spcPts val="1600"/>
              </a:spcBef>
              <a:spcAft>
                <a:spcPts val="0"/>
              </a:spcAft>
              <a:buSzPts val="1400"/>
              <a:buFont typeface="Arial"/>
              <a:buNone/>
              <a:defRPr/>
            </a:lvl3pPr>
            <a:lvl4pPr indent="-228600" lvl="3" marL="1828800" algn="ctr">
              <a:lnSpc>
                <a:spcPct val="115000"/>
              </a:lnSpc>
              <a:spcBef>
                <a:spcPts val="1600"/>
              </a:spcBef>
              <a:spcAft>
                <a:spcPts val="0"/>
              </a:spcAft>
              <a:buSzPts val="1400"/>
              <a:buFont typeface="Arial"/>
              <a:buNone/>
              <a:defRPr/>
            </a:lvl4pPr>
            <a:lvl5pPr indent="-228600" lvl="4" marL="2286000" algn="ctr">
              <a:lnSpc>
                <a:spcPct val="115000"/>
              </a:lnSpc>
              <a:spcBef>
                <a:spcPts val="1600"/>
              </a:spcBef>
              <a:spcAft>
                <a:spcPts val="0"/>
              </a:spcAft>
              <a:buSzPts val="1400"/>
              <a:buFont typeface="Arial"/>
              <a:buNone/>
              <a:defRPr/>
            </a:lvl5pPr>
            <a:lvl6pPr indent="-228600" lvl="5" marL="2743200" algn="ctr">
              <a:lnSpc>
                <a:spcPct val="115000"/>
              </a:lnSpc>
              <a:spcBef>
                <a:spcPts val="1600"/>
              </a:spcBef>
              <a:spcAft>
                <a:spcPts val="0"/>
              </a:spcAft>
              <a:buSzPts val="1400"/>
              <a:buFont typeface="Arial"/>
              <a:buNone/>
              <a:defRPr/>
            </a:lvl6pPr>
            <a:lvl7pPr indent="-228600" lvl="6" marL="3200400" algn="ctr">
              <a:lnSpc>
                <a:spcPct val="115000"/>
              </a:lnSpc>
              <a:spcBef>
                <a:spcPts val="1600"/>
              </a:spcBef>
              <a:spcAft>
                <a:spcPts val="0"/>
              </a:spcAft>
              <a:buSzPts val="1400"/>
              <a:buFont typeface="Arial"/>
              <a:buNone/>
              <a:defRPr/>
            </a:lvl7pPr>
            <a:lvl8pPr indent="-228600" lvl="7" marL="3657600" algn="ctr">
              <a:lnSpc>
                <a:spcPct val="115000"/>
              </a:lnSpc>
              <a:spcBef>
                <a:spcPts val="1600"/>
              </a:spcBef>
              <a:spcAft>
                <a:spcPts val="0"/>
              </a:spcAft>
              <a:buSzPts val="1400"/>
              <a:buFont typeface="Arial"/>
              <a:buNone/>
              <a:defRPr/>
            </a:lvl8pPr>
            <a:lvl9pPr indent="-228600" lvl="8" marL="4114800" algn="ctr">
              <a:lnSpc>
                <a:spcPct val="115000"/>
              </a:lnSpc>
              <a:spcBef>
                <a:spcPts val="1600"/>
              </a:spcBef>
              <a:spcAft>
                <a:spcPts val="1600"/>
              </a:spcAft>
              <a:buSzPts val="1400"/>
              <a:buFont typeface="Arial"/>
              <a:buNone/>
              <a:defRPr/>
            </a:lvl9pPr>
          </a:lstStyle>
          <a:p/>
        </p:txBody>
      </p:sp>
      <p:sp>
        <p:nvSpPr>
          <p:cNvPr id="65" name="Google Shape;65;p47"/>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algn="l">
              <a:lnSpc>
                <a:spcPct val="100000"/>
              </a:lnSpc>
              <a:spcBef>
                <a:spcPts val="0"/>
              </a:spcBef>
              <a:spcAft>
                <a:spcPts val="0"/>
              </a:spcAft>
              <a:buClr>
                <a:srgbClr val="000000"/>
              </a:buClr>
              <a:buSzPts val="1400"/>
              <a:buFont typeface="Arial"/>
              <a:buNone/>
              <a:defRPr/>
            </a:lvl1pPr>
            <a:lvl2pPr indent="0" lvl="1" marL="0" algn="l">
              <a:lnSpc>
                <a:spcPct val="100000"/>
              </a:lnSpc>
              <a:spcBef>
                <a:spcPts val="0"/>
              </a:spcBef>
              <a:spcAft>
                <a:spcPts val="0"/>
              </a:spcAft>
              <a:buClr>
                <a:srgbClr val="000000"/>
              </a:buClr>
              <a:buSzPts val="1400"/>
              <a:buFont typeface="Arial"/>
              <a:buNone/>
              <a:defRPr/>
            </a:lvl2pPr>
            <a:lvl3pPr indent="0" lvl="2" marL="0" algn="l">
              <a:lnSpc>
                <a:spcPct val="100000"/>
              </a:lnSpc>
              <a:spcBef>
                <a:spcPts val="0"/>
              </a:spcBef>
              <a:spcAft>
                <a:spcPts val="0"/>
              </a:spcAft>
              <a:buClr>
                <a:srgbClr val="000000"/>
              </a:buClr>
              <a:buSzPts val="1400"/>
              <a:buFont typeface="Arial"/>
              <a:buNone/>
              <a:defRPr/>
            </a:lvl3pPr>
            <a:lvl4pPr indent="0" lvl="3" marL="0" algn="l">
              <a:lnSpc>
                <a:spcPct val="100000"/>
              </a:lnSpc>
              <a:spcBef>
                <a:spcPts val="0"/>
              </a:spcBef>
              <a:spcAft>
                <a:spcPts val="0"/>
              </a:spcAft>
              <a:buClr>
                <a:srgbClr val="000000"/>
              </a:buClr>
              <a:buSzPts val="1400"/>
              <a:buFont typeface="Arial"/>
              <a:buNone/>
              <a:defRPr/>
            </a:lvl4pPr>
            <a:lvl5pPr indent="0" lvl="4" marL="0" algn="l">
              <a:lnSpc>
                <a:spcPct val="100000"/>
              </a:lnSpc>
              <a:spcBef>
                <a:spcPts val="0"/>
              </a:spcBef>
              <a:spcAft>
                <a:spcPts val="0"/>
              </a:spcAft>
              <a:buClr>
                <a:srgbClr val="000000"/>
              </a:buClr>
              <a:buSzPts val="1400"/>
              <a:buFont typeface="Arial"/>
              <a:buNone/>
              <a:defRPr/>
            </a:lvl5pPr>
            <a:lvl6pPr indent="0" lvl="5" marL="0" algn="l">
              <a:lnSpc>
                <a:spcPct val="100000"/>
              </a:lnSpc>
              <a:spcBef>
                <a:spcPts val="0"/>
              </a:spcBef>
              <a:spcAft>
                <a:spcPts val="0"/>
              </a:spcAft>
              <a:buClr>
                <a:srgbClr val="000000"/>
              </a:buClr>
              <a:buSzPts val="1400"/>
              <a:buFont typeface="Arial"/>
              <a:buNone/>
              <a:defRPr/>
            </a:lvl6pPr>
            <a:lvl7pPr indent="0" lvl="6" marL="0" algn="l">
              <a:lnSpc>
                <a:spcPct val="100000"/>
              </a:lnSpc>
              <a:spcBef>
                <a:spcPts val="0"/>
              </a:spcBef>
              <a:spcAft>
                <a:spcPts val="0"/>
              </a:spcAft>
              <a:buClr>
                <a:srgbClr val="000000"/>
              </a:buClr>
              <a:buSzPts val="1400"/>
              <a:buFont typeface="Arial"/>
              <a:buNone/>
              <a:defRPr/>
            </a:lvl7pPr>
            <a:lvl8pPr indent="0" lvl="7" marL="0" algn="l">
              <a:lnSpc>
                <a:spcPct val="100000"/>
              </a:lnSpc>
              <a:spcBef>
                <a:spcPts val="0"/>
              </a:spcBef>
              <a:spcAft>
                <a:spcPts val="0"/>
              </a:spcAft>
              <a:buClr>
                <a:srgbClr val="000000"/>
              </a:buClr>
              <a:buSzPts val="1400"/>
              <a:buFont typeface="Arial"/>
              <a:buNone/>
              <a:defRPr/>
            </a:lvl8pPr>
            <a:lvl9pPr indent="0" lvl="8" mar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48"/>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algn="l">
              <a:lnSpc>
                <a:spcPct val="100000"/>
              </a:lnSpc>
              <a:spcBef>
                <a:spcPts val="0"/>
              </a:spcBef>
              <a:spcAft>
                <a:spcPts val="0"/>
              </a:spcAft>
              <a:buClr>
                <a:srgbClr val="000000"/>
              </a:buClr>
              <a:buSzPts val="1400"/>
              <a:buFont typeface="Arial"/>
              <a:buNone/>
              <a:defRPr/>
            </a:lvl1pPr>
            <a:lvl2pPr indent="0" lvl="1" marL="0" algn="l">
              <a:lnSpc>
                <a:spcPct val="100000"/>
              </a:lnSpc>
              <a:spcBef>
                <a:spcPts val="0"/>
              </a:spcBef>
              <a:spcAft>
                <a:spcPts val="0"/>
              </a:spcAft>
              <a:buClr>
                <a:srgbClr val="000000"/>
              </a:buClr>
              <a:buSzPts val="1400"/>
              <a:buFont typeface="Arial"/>
              <a:buNone/>
              <a:defRPr/>
            </a:lvl2pPr>
            <a:lvl3pPr indent="0" lvl="2" marL="0" algn="l">
              <a:lnSpc>
                <a:spcPct val="100000"/>
              </a:lnSpc>
              <a:spcBef>
                <a:spcPts val="0"/>
              </a:spcBef>
              <a:spcAft>
                <a:spcPts val="0"/>
              </a:spcAft>
              <a:buClr>
                <a:srgbClr val="000000"/>
              </a:buClr>
              <a:buSzPts val="1400"/>
              <a:buFont typeface="Arial"/>
              <a:buNone/>
              <a:defRPr/>
            </a:lvl3pPr>
            <a:lvl4pPr indent="0" lvl="3" marL="0" algn="l">
              <a:lnSpc>
                <a:spcPct val="100000"/>
              </a:lnSpc>
              <a:spcBef>
                <a:spcPts val="0"/>
              </a:spcBef>
              <a:spcAft>
                <a:spcPts val="0"/>
              </a:spcAft>
              <a:buClr>
                <a:srgbClr val="000000"/>
              </a:buClr>
              <a:buSzPts val="1400"/>
              <a:buFont typeface="Arial"/>
              <a:buNone/>
              <a:defRPr/>
            </a:lvl4pPr>
            <a:lvl5pPr indent="0" lvl="4" marL="0" algn="l">
              <a:lnSpc>
                <a:spcPct val="100000"/>
              </a:lnSpc>
              <a:spcBef>
                <a:spcPts val="0"/>
              </a:spcBef>
              <a:spcAft>
                <a:spcPts val="0"/>
              </a:spcAft>
              <a:buClr>
                <a:srgbClr val="000000"/>
              </a:buClr>
              <a:buSzPts val="1400"/>
              <a:buFont typeface="Arial"/>
              <a:buNone/>
              <a:defRPr/>
            </a:lvl5pPr>
            <a:lvl6pPr indent="0" lvl="5" marL="0" algn="l">
              <a:lnSpc>
                <a:spcPct val="100000"/>
              </a:lnSpc>
              <a:spcBef>
                <a:spcPts val="0"/>
              </a:spcBef>
              <a:spcAft>
                <a:spcPts val="0"/>
              </a:spcAft>
              <a:buClr>
                <a:srgbClr val="000000"/>
              </a:buClr>
              <a:buSzPts val="1400"/>
              <a:buFont typeface="Arial"/>
              <a:buNone/>
              <a:defRPr/>
            </a:lvl6pPr>
            <a:lvl7pPr indent="0" lvl="6" marL="0" algn="l">
              <a:lnSpc>
                <a:spcPct val="100000"/>
              </a:lnSpc>
              <a:spcBef>
                <a:spcPts val="0"/>
              </a:spcBef>
              <a:spcAft>
                <a:spcPts val="0"/>
              </a:spcAft>
              <a:buClr>
                <a:srgbClr val="000000"/>
              </a:buClr>
              <a:buSzPts val="1400"/>
              <a:buFont typeface="Arial"/>
              <a:buNone/>
              <a:defRPr/>
            </a:lvl7pPr>
            <a:lvl8pPr indent="0" lvl="7" marL="0" algn="l">
              <a:lnSpc>
                <a:spcPct val="100000"/>
              </a:lnSpc>
              <a:spcBef>
                <a:spcPts val="0"/>
              </a:spcBef>
              <a:spcAft>
                <a:spcPts val="0"/>
              </a:spcAft>
              <a:buClr>
                <a:srgbClr val="000000"/>
              </a:buClr>
              <a:buSzPts val="1400"/>
              <a:buFont typeface="Arial"/>
              <a:buNone/>
              <a:defRPr/>
            </a:lvl8pPr>
            <a:lvl9pPr indent="0" lvl="8" mar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Layout" Target="../slideLayouts/slideLayout8.xml"/><Relationship Id="rId3" Type="http://schemas.openxmlformats.org/officeDocument/2006/relationships/slideLayout" Target="../slideLayouts/slideLayout9.xml"/><Relationship Id="rId4" Type="http://schemas.openxmlformats.org/officeDocument/2006/relationships/slideLayout" Target="../slideLayouts/slideLayout10.xml"/><Relationship Id="rId11" Type="http://schemas.openxmlformats.org/officeDocument/2006/relationships/slideLayout" Target="../slideLayouts/slideLayout17.xml"/><Relationship Id="rId10" Type="http://schemas.openxmlformats.org/officeDocument/2006/relationships/slideLayout" Target="../slideLayouts/slideLayout16.xml"/><Relationship Id="rId12" Type="http://schemas.openxmlformats.org/officeDocument/2006/relationships/theme" Target="../theme/theme2.xml"/><Relationship Id="rId9" Type="http://schemas.openxmlformats.org/officeDocument/2006/relationships/slideLayout" Target="../slideLayouts/slideLayout15.xml"/><Relationship Id="rId5" Type="http://schemas.openxmlformats.org/officeDocument/2006/relationships/slideLayout" Target="../slideLayouts/slideLayout11.xml"/><Relationship Id="rId6" Type="http://schemas.openxmlformats.org/officeDocument/2006/relationships/slideLayout" Target="../slideLayouts/slideLayout12.xml"/><Relationship Id="rId7" Type="http://schemas.openxmlformats.org/officeDocument/2006/relationships/slideLayout" Target="../slideLayouts/slideLayout13.xml"/><Relationship Id="rId8"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0"/>
          <p:cNvSpPr txBox="1"/>
          <p:nvPr>
            <p:ph type="title"/>
          </p:nvPr>
        </p:nvSpPr>
        <p:spPr>
          <a:xfrm>
            <a:off x="457200" y="205978"/>
            <a:ext cx="8229600" cy="8574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spcBef>
                <a:spcPts val="0"/>
              </a:spcBef>
              <a:spcAft>
                <a:spcPts val="0"/>
              </a:spcAft>
              <a:buClr>
                <a:schemeClr val="dk1"/>
              </a:buClr>
              <a:buSzPts val="3600"/>
              <a:buFont typeface="Arial"/>
              <a:buNone/>
              <a:defRPr b="1" sz="3600">
                <a:solidFill>
                  <a:schemeClr val="dk1"/>
                </a:solidFill>
              </a:defRPr>
            </a:lvl2pPr>
            <a:lvl3pPr lvl="2" rtl="0">
              <a:spcBef>
                <a:spcPts val="0"/>
              </a:spcBef>
              <a:spcAft>
                <a:spcPts val="0"/>
              </a:spcAft>
              <a:buClr>
                <a:schemeClr val="dk1"/>
              </a:buClr>
              <a:buSzPts val="3600"/>
              <a:buFont typeface="Arial"/>
              <a:buNone/>
              <a:defRPr b="1" sz="3600">
                <a:solidFill>
                  <a:schemeClr val="dk1"/>
                </a:solidFill>
              </a:defRPr>
            </a:lvl3pPr>
            <a:lvl4pPr lvl="3" rtl="0">
              <a:spcBef>
                <a:spcPts val="0"/>
              </a:spcBef>
              <a:spcAft>
                <a:spcPts val="0"/>
              </a:spcAft>
              <a:buClr>
                <a:schemeClr val="dk1"/>
              </a:buClr>
              <a:buSzPts val="3600"/>
              <a:buFont typeface="Arial"/>
              <a:buNone/>
              <a:defRPr b="1" sz="3600">
                <a:solidFill>
                  <a:schemeClr val="dk1"/>
                </a:solidFill>
              </a:defRPr>
            </a:lvl4pPr>
            <a:lvl5pPr lvl="4" rtl="0">
              <a:spcBef>
                <a:spcPts val="0"/>
              </a:spcBef>
              <a:spcAft>
                <a:spcPts val="0"/>
              </a:spcAft>
              <a:buClr>
                <a:schemeClr val="dk1"/>
              </a:buClr>
              <a:buSzPts val="3600"/>
              <a:buFont typeface="Arial"/>
              <a:buNone/>
              <a:defRPr b="1" sz="3600">
                <a:solidFill>
                  <a:schemeClr val="dk1"/>
                </a:solidFill>
              </a:defRPr>
            </a:lvl5pPr>
            <a:lvl6pPr lvl="5" rtl="0">
              <a:spcBef>
                <a:spcPts val="0"/>
              </a:spcBef>
              <a:spcAft>
                <a:spcPts val="0"/>
              </a:spcAft>
              <a:buClr>
                <a:schemeClr val="dk1"/>
              </a:buClr>
              <a:buSzPts val="3600"/>
              <a:buFont typeface="Arial"/>
              <a:buNone/>
              <a:defRPr b="1" sz="3600">
                <a:solidFill>
                  <a:schemeClr val="dk1"/>
                </a:solidFill>
              </a:defRPr>
            </a:lvl6pPr>
            <a:lvl7pPr lvl="6" rtl="0">
              <a:spcBef>
                <a:spcPts val="0"/>
              </a:spcBef>
              <a:spcAft>
                <a:spcPts val="0"/>
              </a:spcAft>
              <a:buClr>
                <a:schemeClr val="dk1"/>
              </a:buClr>
              <a:buSzPts val="3600"/>
              <a:buFont typeface="Arial"/>
              <a:buNone/>
              <a:defRPr b="1" sz="3600">
                <a:solidFill>
                  <a:schemeClr val="dk1"/>
                </a:solidFill>
              </a:defRPr>
            </a:lvl7pPr>
            <a:lvl8pPr lvl="7" rtl="0">
              <a:spcBef>
                <a:spcPts val="0"/>
              </a:spcBef>
              <a:spcAft>
                <a:spcPts val="0"/>
              </a:spcAft>
              <a:buClr>
                <a:schemeClr val="dk1"/>
              </a:buClr>
              <a:buSzPts val="3600"/>
              <a:buFont typeface="Arial"/>
              <a:buNone/>
              <a:defRPr b="1" sz="3600">
                <a:solidFill>
                  <a:schemeClr val="dk1"/>
                </a:solidFill>
              </a:defRPr>
            </a:lvl8pPr>
            <a:lvl9pPr lvl="8" rtl="0">
              <a:spcBef>
                <a:spcPts val="0"/>
              </a:spcBef>
              <a:spcAft>
                <a:spcPts val="0"/>
              </a:spcAft>
              <a:buClr>
                <a:schemeClr val="dk1"/>
              </a:buClr>
              <a:buSzPts val="3600"/>
              <a:buFont typeface="Arial"/>
              <a:buNone/>
              <a:defRPr b="1" sz="3600">
                <a:solidFill>
                  <a:schemeClr val="dk1"/>
                </a:solidFill>
              </a:defRPr>
            </a:lvl9pPr>
          </a:lstStyle>
          <a:p/>
        </p:txBody>
      </p:sp>
      <p:sp>
        <p:nvSpPr>
          <p:cNvPr id="7" name="Google Shape;7;p30"/>
          <p:cNvSpPr txBox="1"/>
          <p:nvPr>
            <p:ph idx="1" type="body"/>
          </p:nvPr>
        </p:nvSpPr>
        <p:spPr>
          <a:xfrm>
            <a:off x="457200" y="1200150"/>
            <a:ext cx="8229600" cy="37257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600"/>
              </a:spcBef>
              <a:spcAft>
                <a:spcPts val="0"/>
              </a:spcAft>
              <a:buClr>
                <a:schemeClr val="dk1"/>
              </a:buClr>
              <a:buSzPts val="3000"/>
              <a:buFont typeface="Arial"/>
              <a:buNone/>
              <a:defRPr b="0" i="0" sz="3000" u="none" cap="none" strike="noStrike">
                <a:solidFill>
                  <a:schemeClr val="dk1"/>
                </a:solidFill>
                <a:latin typeface="Arial"/>
                <a:ea typeface="Arial"/>
                <a:cs typeface="Arial"/>
                <a:sym typeface="Arial"/>
              </a:defRPr>
            </a:lvl1pPr>
            <a:lvl2pPr indent="-228600" lvl="1" marL="914400" marR="0" rtl="0" algn="l">
              <a:lnSpc>
                <a:spcPct val="100000"/>
              </a:lnSpc>
              <a:spcBef>
                <a:spcPts val="48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100000"/>
              </a:lnSpc>
              <a:spcBef>
                <a:spcPts val="48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indent="-228600" lvl="3" marL="1828800" marR="0" rtl="0" algn="l">
              <a:lnSpc>
                <a:spcPct val="100000"/>
              </a:lnSpc>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100000"/>
              </a:lnSpc>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228600" lvl="5" marL="2743200" marR="0" rtl="0" algn="l">
              <a:lnSpc>
                <a:spcPct val="100000"/>
              </a:lnSpc>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indent="-228600" lvl="6" marL="3200400" marR="0" rtl="0" algn="l">
              <a:lnSpc>
                <a:spcPct val="100000"/>
              </a:lnSpc>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indent="-228600" lvl="7" marL="3657600" marR="0" rtl="0" algn="l">
              <a:lnSpc>
                <a:spcPct val="100000"/>
              </a:lnSpc>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indent="-228600" lvl="8" marL="4114800" marR="0" rtl="0" algn="l">
              <a:lnSpc>
                <a:spcPct val="100000"/>
              </a:lnSpc>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 name="Shape 23"/>
        <p:cNvGrpSpPr/>
        <p:nvPr/>
      </p:nvGrpSpPr>
      <p:grpSpPr>
        <a:xfrm>
          <a:off x="0" y="0"/>
          <a:ext cx="0" cy="0"/>
          <a:chOff x="0" y="0"/>
          <a:chExt cx="0" cy="0"/>
        </a:xfrm>
      </p:grpSpPr>
      <p:sp>
        <p:nvSpPr>
          <p:cNvPr id="24" name="Google Shape;24;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a:spcBef>
                <a:spcPts val="0"/>
              </a:spcBef>
              <a:spcAft>
                <a:spcPts val="0"/>
              </a:spcAft>
              <a:buClr>
                <a:schemeClr val="dk1"/>
              </a:buClr>
              <a:buSzPts val="2800"/>
              <a:buFont typeface="Arial"/>
              <a:buNone/>
              <a:defRPr sz="2800">
                <a:solidFill>
                  <a:schemeClr val="dk1"/>
                </a:solidFill>
              </a:defRPr>
            </a:lvl2pPr>
            <a:lvl3pPr lvl="2">
              <a:spcBef>
                <a:spcPts val="0"/>
              </a:spcBef>
              <a:spcAft>
                <a:spcPts val="0"/>
              </a:spcAft>
              <a:buClr>
                <a:schemeClr val="dk1"/>
              </a:buClr>
              <a:buSzPts val="2800"/>
              <a:buFont typeface="Arial"/>
              <a:buNone/>
              <a:defRPr sz="2800">
                <a:solidFill>
                  <a:schemeClr val="dk1"/>
                </a:solidFill>
              </a:defRPr>
            </a:lvl3pPr>
            <a:lvl4pPr lvl="3">
              <a:spcBef>
                <a:spcPts val="0"/>
              </a:spcBef>
              <a:spcAft>
                <a:spcPts val="0"/>
              </a:spcAft>
              <a:buClr>
                <a:schemeClr val="dk1"/>
              </a:buClr>
              <a:buSzPts val="2800"/>
              <a:buFont typeface="Arial"/>
              <a:buNone/>
              <a:defRPr sz="2800">
                <a:solidFill>
                  <a:schemeClr val="dk1"/>
                </a:solidFill>
              </a:defRPr>
            </a:lvl4pPr>
            <a:lvl5pPr lvl="4">
              <a:spcBef>
                <a:spcPts val="0"/>
              </a:spcBef>
              <a:spcAft>
                <a:spcPts val="0"/>
              </a:spcAft>
              <a:buClr>
                <a:schemeClr val="dk1"/>
              </a:buClr>
              <a:buSzPts val="2800"/>
              <a:buFont typeface="Arial"/>
              <a:buNone/>
              <a:defRPr sz="2800">
                <a:solidFill>
                  <a:schemeClr val="dk1"/>
                </a:solidFill>
              </a:defRPr>
            </a:lvl5pPr>
            <a:lvl6pPr lvl="5">
              <a:spcBef>
                <a:spcPts val="0"/>
              </a:spcBef>
              <a:spcAft>
                <a:spcPts val="0"/>
              </a:spcAft>
              <a:buClr>
                <a:schemeClr val="dk1"/>
              </a:buClr>
              <a:buSzPts val="2800"/>
              <a:buFont typeface="Arial"/>
              <a:buNone/>
              <a:defRPr sz="2800">
                <a:solidFill>
                  <a:schemeClr val="dk1"/>
                </a:solidFill>
              </a:defRPr>
            </a:lvl6pPr>
            <a:lvl7pPr lvl="6">
              <a:spcBef>
                <a:spcPts val="0"/>
              </a:spcBef>
              <a:spcAft>
                <a:spcPts val="0"/>
              </a:spcAft>
              <a:buClr>
                <a:schemeClr val="dk1"/>
              </a:buClr>
              <a:buSzPts val="2800"/>
              <a:buFont typeface="Arial"/>
              <a:buNone/>
              <a:defRPr sz="2800">
                <a:solidFill>
                  <a:schemeClr val="dk1"/>
                </a:solidFill>
              </a:defRPr>
            </a:lvl7pPr>
            <a:lvl8pPr lvl="7">
              <a:spcBef>
                <a:spcPts val="0"/>
              </a:spcBef>
              <a:spcAft>
                <a:spcPts val="0"/>
              </a:spcAft>
              <a:buClr>
                <a:schemeClr val="dk1"/>
              </a:buClr>
              <a:buSzPts val="2800"/>
              <a:buFont typeface="Arial"/>
              <a:buNone/>
              <a:defRPr sz="2800">
                <a:solidFill>
                  <a:schemeClr val="dk1"/>
                </a:solidFill>
              </a:defRPr>
            </a:lvl8pPr>
            <a:lvl9pPr lvl="8">
              <a:spcBef>
                <a:spcPts val="0"/>
              </a:spcBef>
              <a:spcAft>
                <a:spcPts val="0"/>
              </a:spcAft>
              <a:buClr>
                <a:schemeClr val="dk1"/>
              </a:buClr>
              <a:buSzPts val="2800"/>
              <a:buFont typeface="Arial"/>
              <a:buNone/>
              <a:defRPr sz="2800">
                <a:solidFill>
                  <a:schemeClr val="dk1"/>
                </a:solidFill>
              </a:defRPr>
            </a:lvl9pPr>
          </a:lstStyle>
          <a:p/>
        </p:txBody>
      </p:sp>
      <p:sp>
        <p:nvSpPr>
          <p:cNvPr id="25" name="Google Shape;25;p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15000"/>
              </a:lnSpc>
              <a:spcBef>
                <a:spcPts val="0"/>
              </a:spcBef>
              <a:spcAft>
                <a:spcPts val="0"/>
              </a:spcAft>
              <a:buClr>
                <a:schemeClr val="dk2"/>
              </a:buClr>
              <a:buSzPts val="1800"/>
              <a:buFont typeface="Arial"/>
              <a:buNone/>
              <a:defRPr b="0" i="0" sz="1800" u="none" cap="none" strike="noStrike">
                <a:solidFill>
                  <a:schemeClr val="dk2"/>
                </a:solidFill>
                <a:latin typeface="Arial"/>
                <a:ea typeface="Arial"/>
                <a:cs typeface="Arial"/>
                <a:sym typeface="Arial"/>
              </a:defRPr>
            </a:lvl1pPr>
            <a:lvl2pPr indent="-228600" lvl="1" marL="9144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2pPr>
            <a:lvl3pPr indent="-228600" lvl="2" marL="13716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3pPr>
            <a:lvl4pPr indent="-228600" lvl="3" marL="18288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4pPr>
            <a:lvl5pPr indent="-228600" lvl="4" marL="22860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5pPr>
            <a:lvl6pPr indent="-228600" lvl="5" marL="27432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6pPr>
            <a:lvl7pPr indent="-228600" lvl="6" marL="32004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7pPr>
            <a:lvl8pPr indent="-228600" lvl="7" marL="36576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8pPr>
            <a:lvl9pPr indent="-228600" lvl="8" marL="4114800" marR="0" rtl="0" algn="l">
              <a:lnSpc>
                <a:spcPct val="115000"/>
              </a:lnSpc>
              <a:spcBef>
                <a:spcPts val="1600"/>
              </a:spcBef>
              <a:spcAft>
                <a:spcPts val="1600"/>
              </a:spcAft>
              <a:buClr>
                <a:schemeClr val="dk2"/>
              </a:buClr>
              <a:buSzPts val="1400"/>
              <a:buFont typeface="Arial"/>
              <a:buNone/>
              <a:defRPr b="0" i="0" sz="1400" u="none" cap="none" strike="noStrike">
                <a:solidFill>
                  <a:schemeClr val="dk2"/>
                </a:solidFill>
                <a:latin typeface="Arial"/>
                <a:ea typeface="Arial"/>
                <a:cs typeface="Arial"/>
                <a:sym typeface="Arial"/>
              </a:defRPr>
            </a:lvl9pPr>
          </a:lstStyle>
          <a:p/>
        </p:txBody>
      </p:sp>
      <p:sp>
        <p:nvSpPr>
          <p:cNvPr id="26" name="Google Shape;26;p37"/>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chemeClr val="dk2"/>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jpg"/><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jpg"/><Relationship Id="rId4"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jpg"/><Relationship Id="rId4" Type="http://schemas.openxmlformats.org/officeDocument/2006/relationships/image" Target="../media/image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3.jpg"/><Relationship Id="rId4" Type="http://schemas.openxmlformats.org/officeDocument/2006/relationships/image" Target="../media/image4.jpg"/><Relationship Id="rId5" Type="http://schemas.openxmlformats.org/officeDocument/2006/relationships/image" Target="../media/image1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jpg"/><Relationship Id="rId4" Type="http://schemas.openxmlformats.org/officeDocument/2006/relationships/image" Target="../media/image12.jpg"/><Relationship Id="rId5" Type="http://schemas.openxmlformats.org/officeDocument/2006/relationships/image" Target="../media/image10.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jpg"/><Relationship Id="rId4" Type="http://schemas.openxmlformats.org/officeDocument/2006/relationships/image" Target="../media/image1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jpg"/><Relationship Id="rId4" Type="http://schemas.openxmlformats.org/officeDocument/2006/relationships/image" Target="../media/image14.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5.jpg"/><Relationship Id="rId4" Type="http://schemas.openxmlformats.org/officeDocument/2006/relationships/image" Target="../media/image4.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jpg"/><Relationship Id="rId4" Type="http://schemas.openxmlformats.org/officeDocument/2006/relationships/image" Target="../media/image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pic>
        <p:nvPicPr>
          <p:cNvPr id="72" name="Google Shape;72;p1"/>
          <p:cNvPicPr preferRelativeResize="0"/>
          <p:nvPr/>
        </p:nvPicPr>
        <p:blipFill rotWithShape="1">
          <a:blip r:embed="rId3">
            <a:alphaModFix/>
          </a:blip>
          <a:srcRect b="0" l="0" r="0" t="0"/>
          <a:stretch/>
        </p:blipFill>
        <p:spPr>
          <a:xfrm>
            <a:off x="1433512" y="152400"/>
            <a:ext cx="6276975" cy="495300"/>
          </a:xfrm>
          <a:prstGeom prst="rect">
            <a:avLst/>
          </a:prstGeom>
          <a:noFill/>
          <a:ln>
            <a:noFill/>
          </a:ln>
        </p:spPr>
      </p:pic>
      <p:sp>
        <p:nvSpPr>
          <p:cNvPr id="73" name="Google Shape;73;p1"/>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Desarrollador de Software</a:t>
            </a:r>
            <a:endParaRPr/>
          </a:p>
        </p:txBody>
      </p:sp>
      <p:sp>
        <p:nvSpPr>
          <p:cNvPr id="74" name="Google Shape;74;p1"/>
          <p:cNvSpPr txBox="1"/>
          <p:nvPr>
            <p:ph type="ctrTitle"/>
          </p:nvPr>
        </p:nvSpPr>
        <p:spPr>
          <a:xfrm>
            <a:off x="91150" y="1457900"/>
            <a:ext cx="8641800" cy="17772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Font typeface="Arial"/>
              <a:buNone/>
            </a:pPr>
            <a:r>
              <a:rPr lang="es" sz="4000">
                <a:solidFill>
                  <a:schemeClr val="accent6"/>
                </a:solidFill>
              </a:rPr>
              <a:t>Funciones de las </a:t>
            </a:r>
            <a:br>
              <a:rPr lang="es" sz="4000">
                <a:solidFill>
                  <a:schemeClr val="accent6"/>
                </a:solidFill>
              </a:rPr>
            </a:br>
            <a:r>
              <a:rPr lang="es" sz="4000">
                <a:solidFill>
                  <a:schemeClr val="accent6"/>
                </a:solidFill>
              </a:rPr>
              <a:t>Computadoras</a:t>
            </a:r>
            <a:endParaRPr/>
          </a:p>
        </p:txBody>
      </p:sp>
      <p:sp>
        <p:nvSpPr>
          <p:cNvPr id="75" name="Google Shape;75;p1"/>
          <p:cNvSpPr txBox="1"/>
          <p:nvPr/>
        </p:nvSpPr>
        <p:spPr>
          <a:xfrm>
            <a:off x="91150" y="3235100"/>
            <a:ext cx="8761200" cy="1059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100"/>
              <a:buFont typeface="Arial"/>
              <a:buNone/>
            </a:pPr>
            <a:r>
              <a:rPr b="0" i="0" lang="es" sz="1800" u="none" cap="none" strike="noStrike">
                <a:solidFill>
                  <a:schemeClr val="dk2"/>
                </a:solidFill>
                <a:latin typeface="Arial"/>
                <a:ea typeface="Arial"/>
                <a:cs typeface="Arial"/>
                <a:sym typeface="Arial"/>
              </a:rPr>
              <a:t>Conceptos básicos y principales características</a:t>
            </a:r>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id="80" name="Google Shape;80;p2"/>
          <p:cNvPicPr preferRelativeResize="0"/>
          <p:nvPr/>
        </p:nvPicPr>
        <p:blipFill rotWithShape="1">
          <a:blip r:embed="rId3">
            <a:alphaModFix/>
          </a:blip>
          <a:srcRect b="0" l="0" r="0" t="0"/>
          <a:stretch/>
        </p:blipFill>
        <p:spPr>
          <a:xfrm>
            <a:off x="1433512" y="152400"/>
            <a:ext cx="6276975" cy="495300"/>
          </a:xfrm>
          <a:prstGeom prst="rect">
            <a:avLst/>
          </a:prstGeom>
          <a:noFill/>
          <a:ln>
            <a:noFill/>
          </a:ln>
        </p:spPr>
      </p:pic>
      <p:sp>
        <p:nvSpPr>
          <p:cNvPr id="81" name="Google Shape;81;p2"/>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Desarrollador de Software</a:t>
            </a:r>
            <a:endParaRPr/>
          </a:p>
        </p:txBody>
      </p:sp>
      <p:sp>
        <p:nvSpPr>
          <p:cNvPr id="82" name="Google Shape;82;p2"/>
          <p:cNvSpPr txBox="1"/>
          <p:nvPr>
            <p:ph type="ctrTitle"/>
          </p:nvPr>
        </p:nvSpPr>
        <p:spPr>
          <a:xfrm>
            <a:off x="251100" y="55125"/>
            <a:ext cx="8641800" cy="17772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Font typeface="Arial"/>
              <a:buNone/>
            </a:pPr>
            <a:r>
              <a:rPr lang="es" sz="4000">
                <a:solidFill>
                  <a:schemeClr val="accent6"/>
                </a:solidFill>
              </a:rPr>
              <a:t>Funciones de las </a:t>
            </a:r>
            <a:br>
              <a:rPr lang="es" sz="4000">
                <a:solidFill>
                  <a:schemeClr val="accent6"/>
                </a:solidFill>
              </a:rPr>
            </a:br>
            <a:r>
              <a:rPr lang="es" sz="4000">
                <a:solidFill>
                  <a:schemeClr val="accent6"/>
                </a:solidFill>
              </a:rPr>
              <a:t>Computadoras</a:t>
            </a:r>
            <a:endParaRPr/>
          </a:p>
        </p:txBody>
      </p:sp>
      <p:sp>
        <p:nvSpPr>
          <p:cNvPr id="83" name="Google Shape;83;p2"/>
          <p:cNvSpPr txBox="1"/>
          <p:nvPr/>
        </p:nvSpPr>
        <p:spPr>
          <a:xfrm>
            <a:off x="3765450" y="1906300"/>
            <a:ext cx="5180700" cy="24912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chemeClr val="dk1"/>
              </a:buClr>
              <a:buSzPts val="1100"/>
              <a:buFont typeface="Arial"/>
              <a:buNone/>
            </a:pPr>
            <a:r>
              <a:rPr b="0" i="0" lang="es" sz="1800" u="none" cap="none" strike="noStrike">
                <a:solidFill>
                  <a:srgbClr val="000000"/>
                </a:solidFill>
                <a:latin typeface="Roboto"/>
                <a:ea typeface="Roboto"/>
                <a:cs typeface="Roboto"/>
                <a:sym typeface="Roboto"/>
              </a:rPr>
              <a:t>Las computadoras son una herramienta que mediante sus componentes que funcionan como un sistema hacen fácil la resolución de complejos problemas. Sus componentes son muy importantes, quizás unos más que otros, el más importante es el </a:t>
            </a:r>
            <a:r>
              <a:rPr b="1" i="0" lang="es" sz="1800" u="none" cap="none" strike="noStrike">
                <a:solidFill>
                  <a:srgbClr val="000000"/>
                </a:solidFill>
                <a:latin typeface="Roboto"/>
                <a:ea typeface="Roboto"/>
                <a:cs typeface="Roboto"/>
                <a:sym typeface="Roboto"/>
              </a:rPr>
              <a:t>procesador </a:t>
            </a:r>
            <a:r>
              <a:rPr b="0" i="0" lang="es" sz="1800" u="none" cap="none" strike="noStrike">
                <a:solidFill>
                  <a:srgbClr val="000000"/>
                </a:solidFill>
                <a:latin typeface="Roboto"/>
                <a:ea typeface="Roboto"/>
                <a:cs typeface="Roboto"/>
                <a:sym typeface="Roboto"/>
              </a:rPr>
              <a:t>el cual es el que hace los procesos, cálculos, etc. </a:t>
            </a:r>
            <a:endParaRPr/>
          </a:p>
        </p:txBody>
      </p:sp>
      <p:pic>
        <p:nvPicPr>
          <p:cNvPr descr="350px-AMD_X2_3600.jpg" id="84" name="Google Shape;84;p2"/>
          <p:cNvPicPr preferRelativeResize="0"/>
          <p:nvPr/>
        </p:nvPicPr>
        <p:blipFill rotWithShape="1">
          <a:blip r:embed="rId4">
            <a:alphaModFix/>
          </a:blip>
          <a:srcRect b="0" l="0" r="0" t="0"/>
          <a:stretch/>
        </p:blipFill>
        <p:spPr>
          <a:xfrm>
            <a:off x="439350" y="1832312"/>
            <a:ext cx="3048000" cy="2028825"/>
          </a:xfrm>
          <a:prstGeom prst="rect">
            <a:avLst/>
          </a:prstGeom>
          <a:noFill/>
          <a:ln>
            <a:noFill/>
          </a:ln>
        </p:spPr>
      </p:pic>
      <p:sp>
        <p:nvSpPr>
          <p:cNvPr id="85" name="Google Shape;85;p2"/>
          <p:cNvSpPr txBox="1"/>
          <p:nvPr/>
        </p:nvSpPr>
        <p:spPr>
          <a:xfrm>
            <a:off x="332350" y="4075600"/>
            <a:ext cx="8560500" cy="10335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800"/>
              <a:buFont typeface="Roboto"/>
              <a:buNone/>
            </a:pPr>
            <a:r>
              <a:rPr b="0" i="0" lang="es" sz="1800" u="none" cap="none" strike="noStrike">
                <a:solidFill>
                  <a:srgbClr val="000000"/>
                </a:solidFill>
                <a:latin typeface="Roboto"/>
                <a:ea typeface="Roboto"/>
                <a:cs typeface="Roboto"/>
                <a:sym typeface="Roboto"/>
              </a:rPr>
              <a:t>Pero el procesador necesita de otros componentes para trabajar, ninguna parte del hardware por sí sola puede funcionar, en general todas las piezas deben de trabajar juntas para poder funcionar y dar resultados óptimos.</a:t>
            </a:r>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id="90" name="Google Shape;90;p3"/>
          <p:cNvPicPr preferRelativeResize="0"/>
          <p:nvPr/>
        </p:nvPicPr>
        <p:blipFill rotWithShape="1">
          <a:blip r:embed="rId3">
            <a:alphaModFix/>
          </a:blip>
          <a:srcRect b="0" l="0" r="0" t="0"/>
          <a:stretch/>
        </p:blipFill>
        <p:spPr>
          <a:xfrm>
            <a:off x="1433512" y="152400"/>
            <a:ext cx="6276975" cy="495300"/>
          </a:xfrm>
          <a:prstGeom prst="rect">
            <a:avLst/>
          </a:prstGeom>
          <a:noFill/>
          <a:ln>
            <a:noFill/>
          </a:ln>
        </p:spPr>
      </p:pic>
      <p:sp>
        <p:nvSpPr>
          <p:cNvPr id="91" name="Google Shape;91;p3"/>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Desarrollador de Software</a:t>
            </a:r>
            <a:endParaRPr/>
          </a:p>
        </p:txBody>
      </p:sp>
      <p:sp>
        <p:nvSpPr>
          <p:cNvPr id="92" name="Google Shape;92;p3"/>
          <p:cNvSpPr txBox="1"/>
          <p:nvPr>
            <p:ph type="ctrTitle"/>
          </p:nvPr>
        </p:nvSpPr>
        <p:spPr>
          <a:xfrm>
            <a:off x="251100" y="55125"/>
            <a:ext cx="8641800" cy="14082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Font typeface="Arial"/>
              <a:buNone/>
            </a:pPr>
            <a:r>
              <a:rPr lang="es" sz="4000">
                <a:solidFill>
                  <a:schemeClr val="accent6"/>
                </a:solidFill>
              </a:rPr>
              <a:t>Funciones: Microprocesador</a:t>
            </a:r>
            <a:endParaRPr/>
          </a:p>
        </p:txBody>
      </p:sp>
      <p:sp>
        <p:nvSpPr>
          <p:cNvPr id="93" name="Google Shape;93;p3"/>
          <p:cNvSpPr txBox="1"/>
          <p:nvPr/>
        </p:nvSpPr>
        <p:spPr>
          <a:xfrm>
            <a:off x="3765450" y="1603725"/>
            <a:ext cx="5180700" cy="24912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chemeClr val="dk1"/>
              </a:buClr>
              <a:buSzPts val="1100"/>
              <a:buFont typeface="Arial"/>
              <a:buNone/>
            </a:pPr>
            <a:r>
              <a:rPr b="0" i="0" lang="es" sz="1600" u="none" cap="none" strike="noStrike">
                <a:solidFill>
                  <a:srgbClr val="000000"/>
                </a:solidFill>
                <a:latin typeface="Roboto"/>
                <a:ea typeface="Roboto"/>
                <a:cs typeface="Roboto"/>
                <a:sym typeface="Roboto"/>
              </a:rPr>
              <a:t>Un microprocesador controla todas las funciones de la CPU, o la Unidad Central de Procesamiento, de una computadora u otro dispositivo digital. El microprocesador funciona como un cerebro artificial. Toda la función de la CPU se controla por un solo circuito integrado. El microprocesador está programado para dar y recibir instrucciones de otros componentes del dispositivo</a:t>
            </a:r>
            <a:endParaRPr/>
          </a:p>
        </p:txBody>
      </p:sp>
      <p:pic>
        <p:nvPicPr>
          <p:cNvPr descr="350px-AMD_X2_3600.jpg" id="94" name="Google Shape;94;p3"/>
          <p:cNvPicPr preferRelativeResize="0"/>
          <p:nvPr/>
        </p:nvPicPr>
        <p:blipFill rotWithShape="1">
          <a:blip r:embed="rId4">
            <a:alphaModFix/>
          </a:blip>
          <a:srcRect b="0" l="0" r="0" t="0"/>
          <a:stretch/>
        </p:blipFill>
        <p:spPr>
          <a:xfrm>
            <a:off x="439350" y="1603712"/>
            <a:ext cx="3048000" cy="2028825"/>
          </a:xfrm>
          <a:prstGeom prst="rect">
            <a:avLst/>
          </a:prstGeom>
          <a:noFill/>
          <a:ln>
            <a:noFill/>
          </a:ln>
        </p:spPr>
      </p:pic>
      <p:sp>
        <p:nvSpPr>
          <p:cNvPr id="95" name="Google Shape;95;p3"/>
          <p:cNvSpPr txBox="1"/>
          <p:nvPr/>
        </p:nvSpPr>
        <p:spPr>
          <a:xfrm>
            <a:off x="332350" y="3923200"/>
            <a:ext cx="8560500" cy="10335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600"/>
              <a:buFont typeface="Roboto"/>
              <a:buNone/>
            </a:pPr>
            <a:r>
              <a:rPr b="0" i="0" lang="es" sz="1600" u="none" cap="none" strike="noStrike">
                <a:solidFill>
                  <a:srgbClr val="000000"/>
                </a:solidFill>
                <a:latin typeface="Roboto"/>
                <a:ea typeface="Roboto"/>
                <a:cs typeface="Roboto"/>
                <a:sym typeface="Roboto"/>
              </a:rPr>
              <a:t>Los microprocesadores trabajan a base de lógica digital. Los tres componentes que forman las características principales del microprocesador son: una serie de instrucciones digitales, un cierto ancho de banda y la velocidad de un reloj que mide el número de instrucciones que un microprocesador puede ejecutar</a:t>
            </a:r>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4"/>
          <p:cNvPicPr preferRelativeResize="0"/>
          <p:nvPr/>
        </p:nvPicPr>
        <p:blipFill rotWithShape="1">
          <a:blip r:embed="rId3">
            <a:alphaModFix/>
          </a:blip>
          <a:srcRect b="0" l="0" r="0" t="0"/>
          <a:stretch/>
        </p:blipFill>
        <p:spPr>
          <a:xfrm>
            <a:off x="1433512" y="152400"/>
            <a:ext cx="6276975" cy="495300"/>
          </a:xfrm>
          <a:prstGeom prst="rect">
            <a:avLst/>
          </a:prstGeom>
          <a:noFill/>
          <a:ln>
            <a:noFill/>
          </a:ln>
        </p:spPr>
      </p:pic>
      <p:sp>
        <p:nvSpPr>
          <p:cNvPr id="101" name="Google Shape;101;p4"/>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Desarrollador de Software</a:t>
            </a:r>
            <a:endParaRPr/>
          </a:p>
        </p:txBody>
      </p:sp>
      <p:sp>
        <p:nvSpPr>
          <p:cNvPr id="102" name="Google Shape;102;p4"/>
          <p:cNvSpPr txBox="1"/>
          <p:nvPr>
            <p:ph type="ctrTitle"/>
          </p:nvPr>
        </p:nvSpPr>
        <p:spPr>
          <a:xfrm>
            <a:off x="251100" y="55125"/>
            <a:ext cx="8641800" cy="14082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Font typeface="Arial"/>
              <a:buNone/>
            </a:pPr>
            <a:r>
              <a:rPr lang="es" sz="4000">
                <a:solidFill>
                  <a:schemeClr val="accent6"/>
                </a:solidFill>
              </a:rPr>
              <a:t>Funciones: Microprocesador</a:t>
            </a:r>
            <a:endParaRPr/>
          </a:p>
        </p:txBody>
      </p:sp>
      <p:sp>
        <p:nvSpPr>
          <p:cNvPr id="103" name="Google Shape;103;p4"/>
          <p:cNvSpPr txBox="1"/>
          <p:nvPr/>
        </p:nvSpPr>
        <p:spPr>
          <a:xfrm>
            <a:off x="228150" y="1451325"/>
            <a:ext cx="8641800" cy="2491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0" i="0" lang="es" sz="1500" u="none" cap="none" strike="noStrike">
                <a:solidFill>
                  <a:srgbClr val="000000"/>
                </a:solidFill>
                <a:latin typeface="Roboto"/>
                <a:ea typeface="Roboto"/>
                <a:cs typeface="Roboto"/>
                <a:sym typeface="Roboto"/>
              </a:rPr>
              <a:t>Se encarga del control y el procesamiento de datos en todo el ordenador. Para esta tarea es necesario que le ayuden otros elementos capaces de realizar funciones específicas y así liberar de trabajo costoso y difícil al microprocesador.</a:t>
            </a:r>
            <a:br>
              <a:rPr b="0" i="0" lang="es" sz="1500" u="none" cap="none" strike="noStrike">
                <a:solidFill>
                  <a:srgbClr val="000000"/>
                </a:solidFill>
                <a:latin typeface="Roboto"/>
                <a:ea typeface="Roboto"/>
                <a:cs typeface="Roboto"/>
                <a:sym typeface="Roboto"/>
              </a:rPr>
            </a:br>
            <a:br>
              <a:rPr b="0" i="0" lang="es" sz="1500" u="none" cap="none" strike="noStrike">
                <a:solidFill>
                  <a:srgbClr val="000000"/>
                </a:solidFill>
                <a:latin typeface="Roboto"/>
                <a:ea typeface="Roboto"/>
                <a:cs typeface="Roboto"/>
                <a:sym typeface="Roboto"/>
              </a:rPr>
            </a:br>
            <a:r>
              <a:rPr b="0" i="0" lang="es" sz="1500" u="none" cap="none" strike="noStrike">
                <a:solidFill>
                  <a:srgbClr val="000000"/>
                </a:solidFill>
                <a:latin typeface="Roboto"/>
                <a:ea typeface="Roboto"/>
                <a:cs typeface="Roboto"/>
                <a:sym typeface="Roboto"/>
              </a:rPr>
              <a:t>1.  Unidad Aritmetico-Lógica (ALU): Lleva a cabo las funciones de procesamiento de datos. </a:t>
            </a:r>
            <a:br>
              <a:rPr b="0" i="0" lang="es" sz="1500" u="none" cap="none" strike="noStrike">
                <a:solidFill>
                  <a:srgbClr val="000000"/>
                </a:solidFill>
                <a:latin typeface="Roboto"/>
                <a:ea typeface="Roboto"/>
                <a:cs typeface="Roboto"/>
                <a:sym typeface="Roboto"/>
              </a:rPr>
            </a:br>
            <a:r>
              <a:rPr b="0" i="0" lang="es" sz="1500" u="none" cap="none" strike="noStrike">
                <a:solidFill>
                  <a:srgbClr val="000000"/>
                </a:solidFill>
                <a:latin typeface="Roboto"/>
                <a:ea typeface="Roboto"/>
                <a:cs typeface="Roboto"/>
                <a:sym typeface="Roboto"/>
              </a:rPr>
              <a:t>2. Unidades Funcionales: se encargan de operaciones matemáticas específicas, y así sacan y facilitan el trabajo al microprocesador. (sumas, multiplicaciones, dividir por números enteros, etc.) </a:t>
            </a:r>
            <a:br>
              <a:rPr b="0" i="0" lang="es" sz="1500" u="none" cap="none" strike="noStrike">
                <a:solidFill>
                  <a:srgbClr val="000000"/>
                </a:solidFill>
                <a:latin typeface="Roboto"/>
                <a:ea typeface="Roboto"/>
                <a:cs typeface="Roboto"/>
                <a:sym typeface="Roboto"/>
              </a:rPr>
            </a:br>
            <a:r>
              <a:rPr b="0" i="0" lang="es" sz="1500" u="none" cap="none" strike="noStrike">
                <a:solidFill>
                  <a:srgbClr val="000000"/>
                </a:solidFill>
                <a:latin typeface="Roboto"/>
                <a:ea typeface="Roboto"/>
                <a:cs typeface="Roboto"/>
                <a:sym typeface="Roboto"/>
              </a:rPr>
              <a:t>3.  Registros: Almacenan datos durante cierto tiempo, dentro la CPU. etc. </a:t>
            </a:r>
            <a:br>
              <a:rPr b="0" i="0" lang="es" sz="1500" u="none" cap="none" strike="noStrike">
                <a:solidFill>
                  <a:srgbClr val="000000"/>
                </a:solidFill>
                <a:latin typeface="Roboto"/>
                <a:ea typeface="Roboto"/>
                <a:cs typeface="Roboto"/>
                <a:sym typeface="Roboto"/>
              </a:rPr>
            </a:br>
            <a:br>
              <a:rPr b="0" i="0" lang="es" sz="1500" u="none" cap="none" strike="noStrike">
                <a:solidFill>
                  <a:srgbClr val="000000"/>
                </a:solidFill>
                <a:latin typeface="Roboto"/>
                <a:ea typeface="Roboto"/>
                <a:cs typeface="Roboto"/>
                <a:sym typeface="Roboto"/>
              </a:rPr>
            </a:br>
            <a:r>
              <a:rPr b="0" i="0" lang="es" sz="1500" u="none" cap="none" strike="noStrike">
                <a:solidFill>
                  <a:srgbClr val="000000"/>
                </a:solidFill>
                <a:latin typeface="Roboto"/>
                <a:ea typeface="Roboto"/>
                <a:cs typeface="Roboto"/>
                <a:sym typeface="Roboto"/>
              </a:rPr>
              <a:t>Todos estos elementos están conectados entre sí por medio de un conjunto de circuitos o conexiones nombrado bus. Todo su funcionamiento se basa en interpretar las señales eléctricas como números y de esta forma poder operar sobre ellas, para lo cual hace servir métodos como la álgebra de Boole.</a:t>
            </a:r>
            <a:endParaRPr/>
          </a:p>
        </p:txBody>
      </p:sp>
      <p:pic>
        <p:nvPicPr>
          <p:cNvPr descr="microprocesador.jpg" id="104" name="Google Shape;104;p4"/>
          <p:cNvPicPr preferRelativeResize="0"/>
          <p:nvPr/>
        </p:nvPicPr>
        <p:blipFill rotWithShape="1">
          <a:blip r:embed="rId4">
            <a:alphaModFix/>
          </a:blip>
          <a:srcRect b="0" l="0" r="0" t="0"/>
          <a:stretch/>
        </p:blipFill>
        <p:spPr>
          <a:xfrm>
            <a:off x="857250" y="661987"/>
            <a:ext cx="7429500" cy="4581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03"/>
                                        </p:tgtEl>
                                      </p:cBhvr>
                                    </p:animEffect>
                                    <p:set>
                                      <p:cBhvr>
                                        <p:cTn dur="1" fill="hold">
                                          <p:stCondLst>
                                            <p:cond delay="1000"/>
                                          </p:stCondLst>
                                        </p:cTn>
                                        <p:tgtEl>
                                          <p:spTgt spid="10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gtEl>
                                        <p:attrNameLst>
                                          <p:attrName>style.visibility</p:attrName>
                                        </p:attrNameLst>
                                      </p:cBhvr>
                                      <p:to>
                                        <p:strVal val="visible"/>
                                      </p:to>
                                    </p:set>
                                    <p:animEffect filter="fade" transition="in">
                                      <p:cBhvr>
                                        <p:cTn dur="1000"/>
                                        <p:tgtEl>
                                          <p:spTgt spid="1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p5"/>
          <p:cNvPicPr preferRelativeResize="0"/>
          <p:nvPr/>
        </p:nvPicPr>
        <p:blipFill rotWithShape="1">
          <a:blip r:embed="rId3">
            <a:alphaModFix/>
          </a:blip>
          <a:srcRect b="0" l="0" r="0" t="0"/>
          <a:stretch/>
        </p:blipFill>
        <p:spPr>
          <a:xfrm>
            <a:off x="1433512" y="152400"/>
            <a:ext cx="6276975" cy="495300"/>
          </a:xfrm>
          <a:prstGeom prst="rect">
            <a:avLst/>
          </a:prstGeom>
          <a:noFill/>
          <a:ln>
            <a:noFill/>
          </a:ln>
        </p:spPr>
      </p:pic>
      <p:sp>
        <p:nvSpPr>
          <p:cNvPr id="110" name="Google Shape;110;p5"/>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Desarrollador de Software</a:t>
            </a:r>
            <a:endParaRPr/>
          </a:p>
        </p:txBody>
      </p:sp>
      <p:sp>
        <p:nvSpPr>
          <p:cNvPr id="111" name="Google Shape;111;p5"/>
          <p:cNvSpPr txBox="1"/>
          <p:nvPr>
            <p:ph type="ctrTitle"/>
          </p:nvPr>
        </p:nvSpPr>
        <p:spPr>
          <a:xfrm>
            <a:off x="297425" y="215100"/>
            <a:ext cx="8641800" cy="17772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Font typeface="Arial"/>
              <a:buNone/>
            </a:pPr>
            <a:r>
              <a:rPr lang="es" sz="4000">
                <a:solidFill>
                  <a:schemeClr val="accent6"/>
                </a:solidFill>
              </a:rPr>
              <a:t>Funciones de las </a:t>
            </a:r>
            <a:br>
              <a:rPr lang="es" sz="4000">
                <a:solidFill>
                  <a:schemeClr val="accent6"/>
                </a:solidFill>
              </a:rPr>
            </a:br>
            <a:r>
              <a:rPr lang="es" sz="4000">
                <a:solidFill>
                  <a:schemeClr val="accent6"/>
                </a:solidFill>
              </a:rPr>
              <a:t>Computadoras</a:t>
            </a:r>
            <a:endParaRPr/>
          </a:p>
        </p:txBody>
      </p:sp>
      <p:sp>
        <p:nvSpPr>
          <p:cNvPr id="112" name="Google Shape;112;p5"/>
          <p:cNvSpPr txBox="1"/>
          <p:nvPr/>
        </p:nvSpPr>
        <p:spPr>
          <a:xfrm>
            <a:off x="157675" y="2220900"/>
            <a:ext cx="8825400" cy="2762100"/>
          </a:xfrm>
          <a:prstGeom prst="rect">
            <a:avLst/>
          </a:prstGeom>
          <a:noFill/>
          <a:ln>
            <a:noFill/>
          </a:ln>
        </p:spPr>
        <p:txBody>
          <a:bodyPr anchorCtr="0" anchor="t" bIns="91425" lIns="91425" spcFirstLastPara="1" rIns="91425" wrap="square" tIns="91425">
            <a:noAutofit/>
          </a:bodyPr>
          <a:lstStyle/>
          <a:p>
            <a:pPr indent="0" lvl="0" marL="0" marR="0" rtl="0" algn="just">
              <a:lnSpc>
                <a:spcPct val="150000"/>
              </a:lnSpc>
              <a:spcBef>
                <a:spcPts val="0"/>
              </a:spcBef>
              <a:spcAft>
                <a:spcPts val="0"/>
              </a:spcAft>
              <a:buClr>
                <a:schemeClr val="dk1"/>
              </a:buClr>
              <a:buSzPts val="1100"/>
              <a:buFont typeface="Arial"/>
              <a:buNone/>
            </a:pPr>
            <a:r>
              <a:rPr b="0" i="0" lang="es" sz="1800" u="none" cap="none" strike="noStrike">
                <a:solidFill>
                  <a:srgbClr val="000000"/>
                </a:solidFill>
                <a:latin typeface="Roboto"/>
                <a:ea typeface="Roboto"/>
                <a:cs typeface="Roboto"/>
                <a:sym typeface="Roboto"/>
              </a:rPr>
              <a:t>Una computadora tiene una definición muy amplia; es una máquina electrónica y exacta la cual su principal función es dar respuestas o resultados con el fin de solucionar problemas. Una computadora acepta datos que estos a su vez son entendibles en lenguaje de máquina y para esto la computadora convierte estos valores en códigos entendibles que son impulsos eléctricos:</a:t>
            </a:r>
            <a:br>
              <a:rPr b="0" i="0" lang="es" sz="1800" u="none" cap="none" strike="noStrike">
                <a:solidFill>
                  <a:srgbClr val="000000"/>
                </a:solidFill>
                <a:latin typeface="Roboto"/>
                <a:ea typeface="Roboto"/>
                <a:cs typeface="Roboto"/>
                <a:sym typeface="Roboto"/>
              </a:rPr>
            </a:br>
            <a:r>
              <a:rPr b="0" i="0" lang="es" sz="1800" u="none" cap="none" strike="noStrike">
                <a:solidFill>
                  <a:srgbClr val="000000"/>
                </a:solidFill>
                <a:latin typeface="Roboto"/>
                <a:ea typeface="Roboto"/>
                <a:cs typeface="Roboto"/>
                <a:sym typeface="Roboto"/>
              </a:rPr>
              <a:t>conjunto de bits, 0´s y 1´s.</a:t>
            </a:r>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p6"/>
          <p:cNvPicPr preferRelativeResize="0"/>
          <p:nvPr/>
        </p:nvPicPr>
        <p:blipFill rotWithShape="1">
          <a:blip r:embed="rId3">
            <a:alphaModFix/>
          </a:blip>
          <a:srcRect b="0" l="0" r="0" t="0"/>
          <a:stretch/>
        </p:blipFill>
        <p:spPr>
          <a:xfrm>
            <a:off x="1433512" y="152400"/>
            <a:ext cx="6276975" cy="495300"/>
          </a:xfrm>
          <a:prstGeom prst="rect">
            <a:avLst/>
          </a:prstGeom>
          <a:noFill/>
          <a:ln>
            <a:noFill/>
          </a:ln>
        </p:spPr>
      </p:pic>
      <p:sp>
        <p:nvSpPr>
          <p:cNvPr id="118" name="Google Shape;118;p6"/>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Desarrollador de Software</a:t>
            </a:r>
            <a:endParaRPr/>
          </a:p>
        </p:txBody>
      </p:sp>
      <p:sp>
        <p:nvSpPr>
          <p:cNvPr id="119" name="Google Shape;119;p6"/>
          <p:cNvSpPr txBox="1"/>
          <p:nvPr>
            <p:ph type="ctrTitle"/>
          </p:nvPr>
        </p:nvSpPr>
        <p:spPr>
          <a:xfrm>
            <a:off x="297425" y="215100"/>
            <a:ext cx="8641800" cy="17772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Font typeface="Arial"/>
              <a:buNone/>
            </a:pPr>
            <a:r>
              <a:rPr lang="es" sz="4000">
                <a:solidFill>
                  <a:schemeClr val="accent6"/>
                </a:solidFill>
              </a:rPr>
              <a:t>Funciones de las </a:t>
            </a:r>
            <a:br>
              <a:rPr lang="es" sz="4000">
                <a:solidFill>
                  <a:schemeClr val="accent6"/>
                </a:solidFill>
              </a:rPr>
            </a:br>
            <a:r>
              <a:rPr lang="es" sz="4000">
                <a:solidFill>
                  <a:schemeClr val="accent6"/>
                </a:solidFill>
              </a:rPr>
              <a:t>Computadoras</a:t>
            </a:r>
            <a:endParaRPr/>
          </a:p>
        </p:txBody>
      </p:sp>
      <p:sp>
        <p:nvSpPr>
          <p:cNvPr id="120" name="Google Shape;120;p6"/>
          <p:cNvSpPr txBox="1"/>
          <p:nvPr/>
        </p:nvSpPr>
        <p:spPr>
          <a:xfrm>
            <a:off x="157675" y="2220900"/>
            <a:ext cx="8825400" cy="2762100"/>
          </a:xfrm>
          <a:prstGeom prst="rect">
            <a:avLst/>
          </a:prstGeom>
          <a:noFill/>
          <a:ln>
            <a:noFill/>
          </a:ln>
        </p:spPr>
        <p:txBody>
          <a:bodyPr anchorCtr="0" anchor="t" bIns="91425" lIns="91425" spcFirstLastPara="1" rIns="91425" wrap="square" tIns="91425">
            <a:noAutofit/>
          </a:bodyPr>
          <a:lstStyle/>
          <a:p>
            <a:pPr indent="0" lvl="0" marL="0" marR="0" rtl="0" algn="just">
              <a:lnSpc>
                <a:spcPct val="150000"/>
              </a:lnSpc>
              <a:spcBef>
                <a:spcPts val="0"/>
              </a:spcBef>
              <a:spcAft>
                <a:spcPts val="0"/>
              </a:spcAft>
              <a:buClr>
                <a:srgbClr val="000000"/>
              </a:buClr>
              <a:buSzPts val="1800"/>
              <a:buFont typeface="Roboto"/>
              <a:buNone/>
            </a:pPr>
            <a:r>
              <a:rPr b="0" i="0" lang="es" sz="1800" u="none" cap="none" strike="noStrike">
                <a:solidFill>
                  <a:srgbClr val="000000"/>
                </a:solidFill>
                <a:latin typeface="Roboto"/>
                <a:ea typeface="Roboto"/>
                <a:cs typeface="Roboto"/>
                <a:sym typeface="Roboto"/>
              </a:rPr>
              <a:t>Para realizar cada una de estas funciones, la computadora cuenta con diversos dispositivos. Algunos hacen el trabajo de captar la información, como el teclado; otros sirven para procesar los datos y otros más para devolver o almacenar información.  Y todos trabajan en forma conjunta, es decir interactuando entre sí para conseguir su objetivo. Por tal razón, podemos afirmar que la computadora es un sistema.</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p7"/>
          <p:cNvPicPr preferRelativeResize="0"/>
          <p:nvPr/>
        </p:nvPicPr>
        <p:blipFill rotWithShape="1">
          <a:blip r:embed="rId3">
            <a:alphaModFix/>
          </a:blip>
          <a:srcRect b="0" l="0" r="0" t="0"/>
          <a:stretch/>
        </p:blipFill>
        <p:spPr>
          <a:xfrm>
            <a:off x="1433512" y="152400"/>
            <a:ext cx="6276975" cy="495300"/>
          </a:xfrm>
          <a:prstGeom prst="rect">
            <a:avLst/>
          </a:prstGeom>
          <a:noFill/>
          <a:ln>
            <a:noFill/>
          </a:ln>
        </p:spPr>
      </p:pic>
      <p:sp>
        <p:nvSpPr>
          <p:cNvPr id="126" name="Google Shape;126;p7"/>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Desarrollador de Software</a:t>
            </a:r>
            <a:endParaRPr/>
          </a:p>
        </p:txBody>
      </p:sp>
      <p:sp>
        <p:nvSpPr>
          <p:cNvPr id="127" name="Google Shape;127;p7"/>
          <p:cNvSpPr txBox="1"/>
          <p:nvPr>
            <p:ph type="ctrTitle"/>
          </p:nvPr>
        </p:nvSpPr>
        <p:spPr>
          <a:xfrm>
            <a:off x="297425" y="215100"/>
            <a:ext cx="8641800" cy="17772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Font typeface="Arial"/>
              <a:buNone/>
            </a:pPr>
            <a:r>
              <a:rPr lang="es" sz="4000">
                <a:solidFill>
                  <a:schemeClr val="accent6"/>
                </a:solidFill>
              </a:rPr>
              <a:t>Funciones de las </a:t>
            </a:r>
            <a:br>
              <a:rPr lang="es" sz="4000">
                <a:solidFill>
                  <a:schemeClr val="accent6"/>
                </a:solidFill>
              </a:rPr>
            </a:br>
            <a:r>
              <a:rPr lang="es" sz="4000">
                <a:solidFill>
                  <a:schemeClr val="accent6"/>
                </a:solidFill>
              </a:rPr>
              <a:t>Computadoras</a:t>
            </a:r>
            <a:endParaRPr/>
          </a:p>
        </p:txBody>
      </p:sp>
      <p:sp>
        <p:nvSpPr>
          <p:cNvPr id="128" name="Google Shape;128;p7"/>
          <p:cNvSpPr txBox="1"/>
          <p:nvPr/>
        </p:nvSpPr>
        <p:spPr>
          <a:xfrm>
            <a:off x="3826975" y="1992300"/>
            <a:ext cx="5156100" cy="1834800"/>
          </a:xfrm>
          <a:prstGeom prst="rect">
            <a:avLst/>
          </a:prstGeom>
          <a:noFill/>
          <a:ln>
            <a:noFill/>
          </a:ln>
        </p:spPr>
        <p:txBody>
          <a:bodyPr anchorCtr="0" anchor="t" bIns="91425" lIns="91425" spcFirstLastPara="1" rIns="91425" wrap="square" tIns="91425">
            <a:noAutofit/>
          </a:bodyPr>
          <a:lstStyle/>
          <a:p>
            <a:pPr indent="0" lvl="0" marL="0" marR="0" rtl="0" algn="just">
              <a:lnSpc>
                <a:spcPct val="150000"/>
              </a:lnSpc>
              <a:spcBef>
                <a:spcPts val="0"/>
              </a:spcBef>
              <a:spcAft>
                <a:spcPts val="0"/>
              </a:spcAft>
              <a:buClr>
                <a:schemeClr val="dk1"/>
              </a:buClr>
              <a:buSzPts val="1100"/>
              <a:buFont typeface="Arial"/>
              <a:buNone/>
            </a:pPr>
            <a:r>
              <a:rPr b="0" i="0" lang="es" sz="1800" u="none" cap="none" strike="noStrike">
                <a:solidFill>
                  <a:srgbClr val="000000"/>
                </a:solidFill>
                <a:latin typeface="Roboto"/>
                <a:ea typeface="Roboto"/>
                <a:cs typeface="Roboto"/>
                <a:sym typeface="Roboto"/>
              </a:rPr>
              <a:t>La información se distribuye dentro del gabinete a través de los circuitos de la placa madre y de los buses de datos. La mayor parte de dicha información pasa a la memoria RAM, y de allí al microprocesador. Cuando los procesos concluyan podrán visualizarse una vez que estos datos se enviaron a la placa de video.</a:t>
            </a:r>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laca madre.jpg" id="129" name="Google Shape;129;p7"/>
          <p:cNvPicPr preferRelativeResize="0"/>
          <p:nvPr/>
        </p:nvPicPr>
        <p:blipFill rotWithShape="1">
          <a:blip r:embed="rId4">
            <a:alphaModFix/>
          </a:blip>
          <a:srcRect b="0" l="0" r="0" t="0"/>
          <a:stretch/>
        </p:blipFill>
        <p:spPr>
          <a:xfrm>
            <a:off x="55975" y="2009100"/>
            <a:ext cx="3810000" cy="2857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p8"/>
          <p:cNvPicPr preferRelativeResize="0"/>
          <p:nvPr/>
        </p:nvPicPr>
        <p:blipFill rotWithShape="1">
          <a:blip r:embed="rId3">
            <a:alphaModFix/>
          </a:blip>
          <a:srcRect b="0" l="0" r="0" t="0"/>
          <a:stretch/>
        </p:blipFill>
        <p:spPr>
          <a:xfrm>
            <a:off x="1433512" y="152400"/>
            <a:ext cx="6276975" cy="495300"/>
          </a:xfrm>
          <a:prstGeom prst="rect">
            <a:avLst/>
          </a:prstGeom>
          <a:noFill/>
          <a:ln>
            <a:noFill/>
          </a:ln>
        </p:spPr>
      </p:pic>
      <p:sp>
        <p:nvSpPr>
          <p:cNvPr id="135" name="Google Shape;135;p8"/>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Desarrollador de Software</a:t>
            </a:r>
            <a:endParaRPr/>
          </a:p>
        </p:txBody>
      </p:sp>
      <p:sp>
        <p:nvSpPr>
          <p:cNvPr id="136" name="Google Shape;136;p8"/>
          <p:cNvSpPr txBox="1"/>
          <p:nvPr>
            <p:ph type="ctrTitle"/>
          </p:nvPr>
        </p:nvSpPr>
        <p:spPr>
          <a:xfrm>
            <a:off x="297425" y="215100"/>
            <a:ext cx="8641800" cy="17772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Font typeface="Arial"/>
              <a:buNone/>
            </a:pPr>
            <a:r>
              <a:rPr lang="es" sz="4000">
                <a:solidFill>
                  <a:schemeClr val="accent6"/>
                </a:solidFill>
              </a:rPr>
              <a:t>Funciones de las </a:t>
            </a:r>
            <a:br>
              <a:rPr lang="es" sz="4000">
                <a:solidFill>
                  <a:schemeClr val="accent6"/>
                </a:solidFill>
              </a:rPr>
            </a:br>
            <a:r>
              <a:rPr lang="es" sz="4000">
                <a:solidFill>
                  <a:schemeClr val="accent6"/>
                </a:solidFill>
              </a:rPr>
              <a:t>Computadoras</a:t>
            </a:r>
            <a:endParaRPr/>
          </a:p>
        </p:txBody>
      </p:sp>
      <p:sp>
        <p:nvSpPr>
          <p:cNvPr id="137" name="Google Shape;137;p8"/>
          <p:cNvSpPr txBox="1"/>
          <p:nvPr/>
        </p:nvSpPr>
        <p:spPr>
          <a:xfrm>
            <a:off x="157675" y="1992300"/>
            <a:ext cx="8825400" cy="2762100"/>
          </a:xfrm>
          <a:prstGeom prst="rect">
            <a:avLst/>
          </a:prstGeom>
          <a:noFill/>
          <a:ln>
            <a:noFill/>
          </a:ln>
        </p:spPr>
        <p:txBody>
          <a:bodyPr anchorCtr="0" anchor="t" bIns="91425" lIns="91425" spcFirstLastPara="1" rIns="91425" wrap="square" tIns="91425">
            <a:noAutofit/>
          </a:bodyPr>
          <a:lstStyle/>
          <a:p>
            <a:pPr indent="0" lvl="0" marL="0" marR="0" rtl="0" algn="just">
              <a:lnSpc>
                <a:spcPct val="150000"/>
              </a:lnSpc>
              <a:spcBef>
                <a:spcPts val="0"/>
              </a:spcBef>
              <a:spcAft>
                <a:spcPts val="0"/>
              </a:spcAft>
              <a:buClr>
                <a:schemeClr val="dk1"/>
              </a:buClr>
              <a:buSzPts val="1100"/>
              <a:buFont typeface="Arial"/>
              <a:buNone/>
            </a:pPr>
            <a:r>
              <a:rPr b="0" i="0" lang="es" sz="1800" u="none" cap="none" strike="noStrike">
                <a:solidFill>
                  <a:srgbClr val="000000"/>
                </a:solidFill>
                <a:latin typeface="Roboto"/>
                <a:ea typeface="Roboto"/>
                <a:cs typeface="Roboto"/>
                <a:sym typeface="Roboto"/>
              </a:rPr>
              <a:t>La computadora hace tres funciones importantes:</a:t>
            </a:r>
            <a:endParaRPr/>
          </a:p>
          <a:p>
            <a:pPr indent="0" lvl="0" marL="0" marR="0" rtl="0" algn="just">
              <a:lnSpc>
                <a:spcPct val="150000"/>
              </a:lnSpc>
              <a:spcBef>
                <a:spcPts val="0"/>
              </a:spcBef>
              <a:spcAft>
                <a:spcPts val="0"/>
              </a:spcAft>
              <a:buClr>
                <a:schemeClr val="dk1"/>
              </a:buClr>
              <a:buSzPts val="1100"/>
              <a:buFont typeface="Arial"/>
              <a:buNone/>
            </a:pPr>
            <a:r>
              <a:rPr b="0" i="0" lang="es" sz="1800" u="none" cap="none" strike="noStrike">
                <a:solidFill>
                  <a:srgbClr val="000000"/>
                </a:solidFill>
                <a:latin typeface="Roboto"/>
                <a:ea typeface="Roboto"/>
                <a:cs typeface="Roboto"/>
                <a:sym typeface="Roboto"/>
              </a:rPr>
              <a:t>1 - </a:t>
            </a:r>
            <a:r>
              <a:rPr b="1" i="0" lang="es" sz="1800" u="none" cap="none" strike="noStrike">
                <a:solidFill>
                  <a:srgbClr val="000000"/>
                </a:solidFill>
                <a:latin typeface="Roboto"/>
                <a:ea typeface="Roboto"/>
                <a:cs typeface="Roboto"/>
                <a:sym typeface="Roboto"/>
              </a:rPr>
              <a:t>Entrada </a:t>
            </a:r>
            <a:r>
              <a:rPr b="0" i="0" lang="es" sz="1800" u="none" cap="none" strike="noStrike">
                <a:solidFill>
                  <a:srgbClr val="000000"/>
                </a:solidFill>
                <a:latin typeface="Roboto"/>
                <a:ea typeface="Roboto"/>
                <a:cs typeface="Roboto"/>
                <a:sym typeface="Roboto"/>
              </a:rPr>
              <a:t>de datos, es la información que utilizará la computadora, el cual entra a través del teclado, mouse, puertos, etc. </a:t>
            </a:r>
            <a:endParaRPr/>
          </a:p>
          <a:p>
            <a:pPr indent="0" lvl="0" marL="0" marR="0" rtl="0" algn="just">
              <a:lnSpc>
                <a:spcPct val="150000"/>
              </a:lnSpc>
              <a:spcBef>
                <a:spcPts val="0"/>
              </a:spcBef>
              <a:spcAft>
                <a:spcPts val="0"/>
              </a:spcAft>
              <a:buClr>
                <a:schemeClr val="dk1"/>
              </a:buClr>
              <a:buSzPts val="1100"/>
              <a:buFont typeface="Arial"/>
              <a:buNone/>
            </a:pPr>
            <a:r>
              <a:rPr b="0" i="0" lang="es" sz="1800" u="none" cap="none" strike="noStrike">
                <a:solidFill>
                  <a:srgbClr val="000000"/>
                </a:solidFill>
                <a:latin typeface="Roboto"/>
                <a:ea typeface="Roboto"/>
                <a:cs typeface="Roboto"/>
                <a:sym typeface="Roboto"/>
              </a:rPr>
              <a:t>2 - El </a:t>
            </a:r>
            <a:r>
              <a:rPr b="1" i="0" lang="es" sz="1800" u="none" cap="none" strike="noStrike">
                <a:solidFill>
                  <a:srgbClr val="000000"/>
                </a:solidFill>
                <a:latin typeface="Roboto"/>
                <a:ea typeface="Roboto"/>
                <a:cs typeface="Roboto"/>
                <a:sym typeface="Roboto"/>
              </a:rPr>
              <a:t>procesamiento </a:t>
            </a:r>
            <a:r>
              <a:rPr b="0" i="0" lang="es" sz="1800" u="none" cap="none" strike="noStrike">
                <a:solidFill>
                  <a:srgbClr val="000000"/>
                </a:solidFill>
                <a:latin typeface="Roboto"/>
                <a:ea typeface="Roboto"/>
                <a:cs typeface="Roboto"/>
                <a:sym typeface="Roboto"/>
              </a:rPr>
              <a:t>de los datos, la máquina procesa los datos conforme le haya sido indicado por el usuario con el fin deseado. </a:t>
            </a:r>
            <a:endParaRPr/>
          </a:p>
          <a:p>
            <a:pPr indent="0" lvl="0" marL="0" marR="0" rtl="0" algn="just">
              <a:lnSpc>
                <a:spcPct val="150000"/>
              </a:lnSpc>
              <a:spcBef>
                <a:spcPts val="0"/>
              </a:spcBef>
              <a:spcAft>
                <a:spcPts val="0"/>
              </a:spcAft>
              <a:buClr>
                <a:schemeClr val="dk1"/>
              </a:buClr>
              <a:buSzPts val="1100"/>
              <a:buFont typeface="Arial"/>
              <a:buNone/>
            </a:pPr>
            <a:r>
              <a:rPr b="0" i="0" lang="es" sz="1800" u="none" cap="none" strike="noStrike">
                <a:solidFill>
                  <a:srgbClr val="000000"/>
                </a:solidFill>
                <a:latin typeface="Roboto"/>
                <a:ea typeface="Roboto"/>
                <a:cs typeface="Roboto"/>
                <a:sym typeface="Roboto"/>
              </a:rPr>
              <a:t>3 - </a:t>
            </a:r>
            <a:r>
              <a:rPr b="1" i="0" lang="es" sz="1800" u="none" cap="none" strike="noStrike">
                <a:solidFill>
                  <a:srgbClr val="000000"/>
                </a:solidFill>
                <a:latin typeface="Roboto"/>
                <a:ea typeface="Roboto"/>
                <a:cs typeface="Roboto"/>
                <a:sym typeface="Roboto"/>
              </a:rPr>
              <a:t>Resultados</a:t>
            </a:r>
            <a:r>
              <a:rPr b="0" i="0" lang="es" sz="1800" u="none" cap="none" strike="noStrike">
                <a:solidFill>
                  <a:srgbClr val="000000"/>
                </a:solidFill>
                <a:latin typeface="Roboto"/>
                <a:ea typeface="Roboto"/>
                <a:cs typeface="Roboto"/>
                <a:sym typeface="Roboto"/>
              </a:rPr>
              <a:t>, la máquina arrojará los resultados el cual es información concreta procesada conforme se pidió.</a:t>
            </a:r>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p9"/>
          <p:cNvPicPr preferRelativeResize="0"/>
          <p:nvPr/>
        </p:nvPicPr>
        <p:blipFill rotWithShape="1">
          <a:blip r:embed="rId3">
            <a:alphaModFix/>
          </a:blip>
          <a:srcRect b="0" l="0" r="0" t="0"/>
          <a:stretch/>
        </p:blipFill>
        <p:spPr>
          <a:xfrm>
            <a:off x="1433512" y="152400"/>
            <a:ext cx="6276975" cy="495300"/>
          </a:xfrm>
          <a:prstGeom prst="rect">
            <a:avLst/>
          </a:prstGeom>
          <a:noFill/>
          <a:ln>
            <a:noFill/>
          </a:ln>
        </p:spPr>
      </p:pic>
      <p:sp>
        <p:nvSpPr>
          <p:cNvPr id="143" name="Google Shape;143;p9"/>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Desarrollador de Software</a:t>
            </a:r>
            <a:endParaRPr/>
          </a:p>
        </p:txBody>
      </p:sp>
      <p:sp>
        <p:nvSpPr>
          <p:cNvPr id="144" name="Google Shape;144;p9"/>
          <p:cNvSpPr txBox="1"/>
          <p:nvPr>
            <p:ph type="ctrTitle"/>
          </p:nvPr>
        </p:nvSpPr>
        <p:spPr>
          <a:xfrm>
            <a:off x="297425" y="215100"/>
            <a:ext cx="8641800" cy="17772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Font typeface="Arial"/>
              <a:buNone/>
            </a:pPr>
            <a:r>
              <a:rPr lang="es" sz="4000">
                <a:solidFill>
                  <a:schemeClr val="accent6"/>
                </a:solidFill>
              </a:rPr>
              <a:t>Funciones de las </a:t>
            </a:r>
            <a:br>
              <a:rPr lang="es" sz="4000">
                <a:solidFill>
                  <a:schemeClr val="accent6"/>
                </a:solidFill>
              </a:rPr>
            </a:br>
            <a:r>
              <a:rPr lang="es" sz="4000">
                <a:solidFill>
                  <a:schemeClr val="accent6"/>
                </a:solidFill>
              </a:rPr>
              <a:t>Computadoras</a:t>
            </a:r>
            <a:endParaRPr/>
          </a:p>
        </p:txBody>
      </p:sp>
      <p:sp>
        <p:nvSpPr>
          <p:cNvPr id="145" name="Google Shape;145;p9"/>
          <p:cNvSpPr txBox="1"/>
          <p:nvPr/>
        </p:nvSpPr>
        <p:spPr>
          <a:xfrm>
            <a:off x="157675" y="1992300"/>
            <a:ext cx="8825400" cy="2762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Roboto"/>
              <a:buNone/>
            </a:pPr>
            <a:r>
              <a:rPr b="0" i="0" lang="es" sz="1800" u="none" cap="none" strike="noStrike">
                <a:solidFill>
                  <a:srgbClr val="000000"/>
                </a:solidFill>
                <a:latin typeface="Roboto"/>
                <a:ea typeface="Roboto"/>
                <a:cs typeface="Roboto"/>
                <a:sym typeface="Roboto"/>
              </a:rPr>
              <a:t>¿ Qué hace efectiva una computadora?</a:t>
            </a:r>
            <a:br>
              <a:rPr b="0" i="0" lang="es" sz="1800" u="none" cap="none" strike="noStrike">
                <a:solidFill>
                  <a:srgbClr val="000000"/>
                </a:solidFill>
                <a:latin typeface="Roboto"/>
                <a:ea typeface="Roboto"/>
                <a:cs typeface="Roboto"/>
                <a:sym typeface="Roboto"/>
              </a:rPr>
            </a:br>
            <a:br>
              <a:rPr b="0" i="0" lang="es" sz="1800" u="none" cap="none" strike="noStrike">
                <a:solidFill>
                  <a:srgbClr val="000000"/>
                </a:solidFill>
                <a:latin typeface="Roboto"/>
                <a:ea typeface="Roboto"/>
                <a:cs typeface="Roboto"/>
                <a:sym typeface="Roboto"/>
              </a:rPr>
            </a:br>
            <a:r>
              <a:rPr b="0" i="0" lang="es" sz="1800" u="none" cap="none" strike="noStrike">
                <a:solidFill>
                  <a:srgbClr val="000000"/>
                </a:solidFill>
                <a:latin typeface="Roboto"/>
                <a:ea typeface="Roboto"/>
                <a:cs typeface="Roboto"/>
                <a:sym typeface="Roboto"/>
              </a:rPr>
              <a:t>VELOCIDAD: La computadora puede llevar a cabo millones de acciones por segundo.</a:t>
            </a:r>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Roboto"/>
              <a:buNone/>
            </a:pPr>
            <a:r>
              <a:rPr b="0" i="0" lang="es" sz="1800" u="none" cap="none" strike="noStrike">
                <a:solidFill>
                  <a:srgbClr val="000000"/>
                </a:solidFill>
                <a:latin typeface="Roboto"/>
                <a:ea typeface="Roboto"/>
                <a:cs typeface="Roboto"/>
                <a:sym typeface="Roboto"/>
              </a:rPr>
              <a:t>CONFIABILIDAD: Las fallas usualmente son debidas a errores humanos.</a:t>
            </a:r>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Roboto"/>
              <a:buNone/>
            </a:pPr>
            <a:r>
              <a:rPr b="0" i="0" lang="es" sz="1800" u="none" cap="none" strike="noStrike">
                <a:solidFill>
                  <a:srgbClr val="000000"/>
                </a:solidFill>
                <a:latin typeface="Roboto"/>
                <a:ea typeface="Roboto"/>
                <a:cs typeface="Roboto"/>
                <a:sym typeface="Roboto"/>
              </a:rPr>
              <a:t>ALMACENAMIENTO: La computadora puede guardar grandes cantidades de información.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p10"/>
          <p:cNvPicPr preferRelativeResize="0"/>
          <p:nvPr/>
        </p:nvPicPr>
        <p:blipFill rotWithShape="1">
          <a:blip r:embed="rId3">
            <a:alphaModFix/>
          </a:blip>
          <a:srcRect b="0" l="0" r="0" t="0"/>
          <a:stretch/>
        </p:blipFill>
        <p:spPr>
          <a:xfrm>
            <a:off x="1433512" y="152400"/>
            <a:ext cx="6276975" cy="495300"/>
          </a:xfrm>
          <a:prstGeom prst="rect">
            <a:avLst/>
          </a:prstGeom>
          <a:noFill/>
          <a:ln>
            <a:noFill/>
          </a:ln>
        </p:spPr>
      </p:pic>
      <p:sp>
        <p:nvSpPr>
          <p:cNvPr id="151" name="Google Shape;151;p10"/>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Desarrollador de Software</a:t>
            </a:r>
            <a:endParaRPr/>
          </a:p>
        </p:txBody>
      </p:sp>
      <p:sp>
        <p:nvSpPr>
          <p:cNvPr id="152" name="Google Shape;152;p10"/>
          <p:cNvSpPr txBox="1"/>
          <p:nvPr>
            <p:ph type="ctrTitle"/>
          </p:nvPr>
        </p:nvSpPr>
        <p:spPr>
          <a:xfrm>
            <a:off x="297425" y="215100"/>
            <a:ext cx="8641800" cy="989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Font typeface="Arial"/>
              <a:buNone/>
            </a:pPr>
            <a:r>
              <a:rPr lang="es" sz="4000">
                <a:solidFill>
                  <a:schemeClr val="accent6"/>
                </a:solidFill>
              </a:rPr>
              <a:t>Funcionamiento interno </a:t>
            </a:r>
            <a:endParaRPr/>
          </a:p>
        </p:txBody>
      </p:sp>
      <p:sp>
        <p:nvSpPr>
          <p:cNvPr id="153" name="Google Shape;153;p10"/>
          <p:cNvSpPr txBox="1"/>
          <p:nvPr/>
        </p:nvSpPr>
        <p:spPr>
          <a:xfrm>
            <a:off x="159300" y="1406025"/>
            <a:ext cx="8825400" cy="25857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000"/>
              <a:buFont typeface="Roboto"/>
              <a:buNone/>
            </a:pPr>
            <a:r>
              <a:rPr b="0" i="0" lang="es" sz="2000" u="none" cap="none" strike="noStrike">
                <a:solidFill>
                  <a:srgbClr val="000000"/>
                </a:solidFill>
                <a:latin typeface="Roboto"/>
                <a:ea typeface="Roboto"/>
                <a:cs typeface="Roboto"/>
                <a:sym typeface="Roboto"/>
              </a:rPr>
              <a:t>¿Como funciona internamente un ordenador?</a:t>
            </a:r>
            <a:endParaRPr/>
          </a:p>
          <a:p>
            <a:pPr indent="0" lvl="0" marL="0" marR="0" rtl="0" algn="just">
              <a:lnSpc>
                <a:spcPct val="150000"/>
              </a:lnSpc>
              <a:spcBef>
                <a:spcPts val="0"/>
              </a:spcBef>
              <a:spcAft>
                <a:spcPts val="0"/>
              </a:spcAft>
              <a:buClr>
                <a:srgbClr val="000000"/>
              </a:buClr>
              <a:buSzPts val="2000"/>
              <a:buFont typeface="Roboto"/>
              <a:buNone/>
            </a:pPr>
            <a:br>
              <a:rPr b="0" i="0" lang="es" sz="2000" u="none" cap="none" strike="noStrike">
                <a:solidFill>
                  <a:srgbClr val="000000"/>
                </a:solidFill>
                <a:latin typeface="Roboto"/>
                <a:ea typeface="Roboto"/>
                <a:cs typeface="Roboto"/>
                <a:sym typeface="Roboto"/>
              </a:rPr>
            </a:br>
            <a:r>
              <a:rPr b="0" i="0" lang="es" sz="1800" u="none" cap="none" strike="noStrike">
                <a:solidFill>
                  <a:srgbClr val="000000"/>
                </a:solidFill>
                <a:latin typeface="Roboto"/>
                <a:ea typeface="Roboto"/>
                <a:cs typeface="Roboto"/>
                <a:sym typeface="Roboto"/>
              </a:rPr>
              <a:t>Cuando el PC está en marcha, el microprocesador es el elemento encargado de manipular la información que circula por el ordenador y de controlar gran parte de las tareas restantes llevadas a cabo por otros componentes.</a:t>
            </a:r>
            <a:br>
              <a:rPr b="0" i="0" lang="es" sz="1800" u="none" cap="none" strike="noStrike">
                <a:solidFill>
                  <a:srgbClr val="000000"/>
                </a:solidFill>
                <a:latin typeface="Roboto"/>
                <a:ea typeface="Roboto"/>
                <a:cs typeface="Roboto"/>
                <a:sym typeface="Roboto"/>
              </a:rPr>
            </a:br>
            <a:r>
              <a:rPr b="0" i="0" lang="es" sz="1800" u="none" cap="none" strike="noStrike">
                <a:solidFill>
                  <a:srgbClr val="000000"/>
                </a:solidFill>
                <a:latin typeface="Roboto"/>
                <a:ea typeface="Roboto"/>
                <a:cs typeface="Roboto"/>
                <a:sym typeface="Roboto"/>
              </a:rPr>
              <a:t>El funcionamiento del PC consiste en la ejecución de programas, lo que significa que se basa en la interpretación de series de instrucciones que el microprocesador recibe, estas instrucciones le son facilitadas por la memoria.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id="158" name="Google Shape;158;p11"/>
          <p:cNvPicPr preferRelativeResize="0"/>
          <p:nvPr/>
        </p:nvPicPr>
        <p:blipFill rotWithShape="1">
          <a:blip r:embed="rId3">
            <a:alphaModFix/>
          </a:blip>
          <a:srcRect b="0" l="0" r="0" t="0"/>
          <a:stretch/>
        </p:blipFill>
        <p:spPr>
          <a:xfrm>
            <a:off x="1433512" y="152400"/>
            <a:ext cx="6276975" cy="495300"/>
          </a:xfrm>
          <a:prstGeom prst="rect">
            <a:avLst/>
          </a:prstGeom>
          <a:noFill/>
          <a:ln>
            <a:noFill/>
          </a:ln>
        </p:spPr>
      </p:pic>
      <p:sp>
        <p:nvSpPr>
          <p:cNvPr id="159" name="Google Shape;159;p11"/>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Desarrollador de Software</a:t>
            </a:r>
            <a:endParaRPr/>
          </a:p>
        </p:txBody>
      </p:sp>
      <p:sp>
        <p:nvSpPr>
          <p:cNvPr id="160" name="Google Shape;160;p11"/>
          <p:cNvSpPr txBox="1"/>
          <p:nvPr>
            <p:ph type="ctrTitle"/>
          </p:nvPr>
        </p:nvSpPr>
        <p:spPr>
          <a:xfrm>
            <a:off x="297425" y="443700"/>
            <a:ext cx="8641800" cy="989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Font typeface="Arial"/>
              <a:buNone/>
            </a:pPr>
            <a:r>
              <a:rPr lang="es" sz="4000">
                <a:solidFill>
                  <a:schemeClr val="accent6"/>
                </a:solidFill>
              </a:rPr>
              <a:t>Funcionalidades</a:t>
            </a:r>
            <a:endParaRPr/>
          </a:p>
        </p:txBody>
      </p:sp>
      <p:sp>
        <p:nvSpPr>
          <p:cNvPr id="161" name="Google Shape;161;p11"/>
          <p:cNvSpPr txBox="1"/>
          <p:nvPr/>
        </p:nvSpPr>
        <p:spPr>
          <a:xfrm>
            <a:off x="159300" y="1686650"/>
            <a:ext cx="8825400" cy="2585700"/>
          </a:xfrm>
          <a:prstGeom prst="rect">
            <a:avLst/>
          </a:prstGeom>
          <a:noFill/>
          <a:ln>
            <a:noFill/>
          </a:ln>
        </p:spPr>
        <p:txBody>
          <a:bodyPr anchorCtr="0" anchor="t" bIns="91425" lIns="91425" spcFirstLastPara="1" rIns="91425" wrap="square" tIns="91425">
            <a:noAutofit/>
          </a:bodyPr>
          <a:lstStyle/>
          <a:p>
            <a:pPr indent="0" lvl="0" marL="0" marR="0" rtl="0" algn="just">
              <a:lnSpc>
                <a:spcPct val="150000"/>
              </a:lnSpc>
              <a:spcBef>
                <a:spcPts val="0"/>
              </a:spcBef>
              <a:spcAft>
                <a:spcPts val="0"/>
              </a:spcAft>
              <a:buClr>
                <a:srgbClr val="666666"/>
              </a:buClr>
              <a:buSzPts val="1600"/>
              <a:buFont typeface="Arial"/>
              <a:buNone/>
            </a:pPr>
            <a:br>
              <a:rPr b="0" i="0" lang="es" sz="1600" u="none" cap="none" strike="noStrike">
                <a:solidFill>
                  <a:srgbClr val="666666"/>
                </a:solidFill>
                <a:latin typeface="Arial"/>
                <a:ea typeface="Arial"/>
                <a:cs typeface="Arial"/>
                <a:sym typeface="Arial"/>
              </a:rPr>
            </a:br>
            <a:r>
              <a:rPr b="0" i="0" lang="es" sz="1800" u="none" cap="none" strike="noStrike">
                <a:solidFill>
                  <a:srgbClr val="000000"/>
                </a:solidFill>
                <a:latin typeface="Roboto"/>
                <a:ea typeface="Roboto"/>
                <a:cs typeface="Roboto"/>
                <a:sym typeface="Roboto"/>
              </a:rPr>
              <a:t>La intercomunicación entre la memoria y el microprocesador es una transmisión de información que se efectúa a través de buses de datos.</a:t>
            </a:r>
            <a:br>
              <a:rPr b="0" i="0" lang="es" sz="1800" u="none" cap="none" strike="noStrike">
                <a:solidFill>
                  <a:srgbClr val="000000"/>
                </a:solidFill>
                <a:latin typeface="Roboto"/>
                <a:ea typeface="Roboto"/>
                <a:cs typeface="Roboto"/>
                <a:sym typeface="Roboto"/>
              </a:rPr>
            </a:br>
            <a:r>
              <a:rPr b="0" i="0" lang="es" sz="1800" u="none" cap="none" strike="noStrike">
                <a:solidFill>
                  <a:srgbClr val="000000"/>
                </a:solidFill>
                <a:latin typeface="Roboto"/>
                <a:ea typeface="Roboto"/>
                <a:cs typeface="Roboto"/>
                <a:sym typeface="Roboto"/>
              </a:rPr>
              <a:t>Físicamente, tanto el procesador como la memoria, se conectan a la placa base, un circuito impreso de grandes dimensiones sobre el que se monta el PC, e integra los circuitos que los interconectan, que constituyen el bus del sistema.</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descr="placa base blog.JPG" id="166" name="Google Shape;166;p12"/>
          <p:cNvPicPr preferRelativeResize="0"/>
          <p:nvPr/>
        </p:nvPicPr>
        <p:blipFill rotWithShape="1">
          <a:blip r:embed="rId3">
            <a:alphaModFix/>
          </a:blip>
          <a:srcRect b="0" l="0" r="0" t="0"/>
          <a:stretch/>
        </p:blipFill>
        <p:spPr>
          <a:xfrm>
            <a:off x="2284562" y="963612"/>
            <a:ext cx="5210175" cy="4238625"/>
          </a:xfrm>
          <a:prstGeom prst="rect">
            <a:avLst/>
          </a:prstGeom>
          <a:noFill/>
          <a:ln>
            <a:noFill/>
          </a:ln>
        </p:spPr>
      </p:pic>
      <p:pic>
        <p:nvPicPr>
          <p:cNvPr id="167" name="Google Shape;167;p12"/>
          <p:cNvPicPr preferRelativeResize="0"/>
          <p:nvPr/>
        </p:nvPicPr>
        <p:blipFill rotWithShape="1">
          <a:blip r:embed="rId4">
            <a:alphaModFix/>
          </a:blip>
          <a:srcRect b="0" l="0" r="0" t="0"/>
          <a:stretch/>
        </p:blipFill>
        <p:spPr>
          <a:xfrm>
            <a:off x="1433512" y="152400"/>
            <a:ext cx="6276975" cy="495300"/>
          </a:xfrm>
          <a:prstGeom prst="rect">
            <a:avLst/>
          </a:prstGeom>
          <a:noFill/>
          <a:ln>
            <a:noFill/>
          </a:ln>
        </p:spPr>
      </p:pic>
      <p:sp>
        <p:nvSpPr>
          <p:cNvPr id="168" name="Google Shape;168;p12"/>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Desarrollador de Software</a:t>
            </a:r>
            <a:endParaRPr/>
          </a:p>
        </p:txBody>
      </p:sp>
      <p:sp>
        <p:nvSpPr>
          <p:cNvPr id="169" name="Google Shape;169;p12"/>
          <p:cNvSpPr txBox="1"/>
          <p:nvPr>
            <p:ph type="ctrTitle"/>
          </p:nvPr>
        </p:nvSpPr>
        <p:spPr>
          <a:xfrm>
            <a:off x="297425" y="291300"/>
            <a:ext cx="8641800" cy="989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Font typeface="Arial"/>
              <a:buNone/>
            </a:pPr>
            <a:r>
              <a:rPr lang="es" sz="4000">
                <a:solidFill>
                  <a:schemeClr val="accent6"/>
                </a:solidFill>
              </a:rPr>
              <a:t>Funcionamiento interno</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descr="Caja-placa-base-ASUS.jpg" id="174" name="Google Shape;174;p13"/>
          <p:cNvPicPr preferRelativeResize="0"/>
          <p:nvPr/>
        </p:nvPicPr>
        <p:blipFill rotWithShape="1">
          <a:blip r:embed="rId3">
            <a:alphaModFix/>
          </a:blip>
          <a:srcRect b="0" l="0" r="0" t="0"/>
          <a:stretch/>
        </p:blipFill>
        <p:spPr>
          <a:xfrm>
            <a:off x="134650" y="1585500"/>
            <a:ext cx="4178049" cy="2984325"/>
          </a:xfrm>
          <a:prstGeom prst="rect">
            <a:avLst/>
          </a:prstGeom>
          <a:noFill/>
          <a:ln>
            <a:noFill/>
          </a:ln>
        </p:spPr>
      </p:pic>
      <p:pic>
        <p:nvPicPr>
          <p:cNvPr id="175" name="Google Shape;175;p13"/>
          <p:cNvPicPr preferRelativeResize="0"/>
          <p:nvPr/>
        </p:nvPicPr>
        <p:blipFill rotWithShape="1">
          <a:blip r:embed="rId4">
            <a:alphaModFix/>
          </a:blip>
          <a:srcRect b="0" l="0" r="0" t="0"/>
          <a:stretch/>
        </p:blipFill>
        <p:spPr>
          <a:xfrm>
            <a:off x="1433512" y="152400"/>
            <a:ext cx="6276975" cy="495300"/>
          </a:xfrm>
          <a:prstGeom prst="rect">
            <a:avLst/>
          </a:prstGeom>
          <a:noFill/>
          <a:ln>
            <a:noFill/>
          </a:ln>
        </p:spPr>
      </p:pic>
      <p:sp>
        <p:nvSpPr>
          <p:cNvPr id="176" name="Google Shape;176;p13"/>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Desarrollador de Software</a:t>
            </a:r>
            <a:endParaRPr/>
          </a:p>
        </p:txBody>
      </p:sp>
      <p:sp>
        <p:nvSpPr>
          <p:cNvPr id="177" name="Google Shape;177;p13"/>
          <p:cNvSpPr txBox="1"/>
          <p:nvPr>
            <p:ph type="ctrTitle"/>
          </p:nvPr>
        </p:nvSpPr>
        <p:spPr>
          <a:xfrm>
            <a:off x="297425" y="443700"/>
            <a:ext cx="8641800" cy="989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Font typeface="Arial"/>
              <a:buNone/>
            </a:pPr>
            <a:r>
              <a:rPr lang="es" sz="4000">
                <a:solidFill>
                  <a:schemeClr val="accent6"/>
                </a:solidFill>
              </a:rPr>
              <a:t>Funcionamiento interno</a:t>
            </a:r>
            <a:endParaRPr/>
          </a:p>
        </p:txBody>
      </p:sp>
      <p:sp>
        <p:nvSpPr>
          <p:cNvPr id="178" name="Google Shape;178;p13"/>
          <p:cNvSpPr txBox="1"/>
          <p:nvPr/>
        </p:nvSpPr>
        <p:spPr>
          <a:xfrm>
            <a:off x="3937725" y="1153250"/>
            <a:ext cx="5046900" cy="2144700"/>
          </a:xfrm>
          <a:prstGeom prst="rect">
            <a:avLst/>
          </a:prstGeom>
          <a:noFill/>
          <a:ln>
            <a:noFill/>
          </a:ln>
        </p:spPr>
        <p:txBody>
          <a:bodyPr anchorCtr="0" anchor="t" bIns="91425" lIns="91425" spcFirstLastPara="1" rIns="91425" wrap="square" tIns="91425">
            <a:noAutofit/>
          </a:bodyPr>
          <a:lstStyle/>
          <a:p>
            <a:pPr indent="0" lvl="0" marL="0" marR="0" rtl="0" algn="just">
              <a:lnSpc>
                <a:spcPct val="150000"/>
              </a:lnSpc>
              <a:spcBef>
                <a:spcPts val="0"/>
              </a:spcBef>
              <a:spcAft>
                <a:spcPts val="0"/>
              </a:spcAft>
              <a:buClr>
                <a:srgbClr val="666666"/>
              </a:buClr>
              <a:buSzPts val="1600"/>
              <a:buFont typeface="Arial"/>
              <a:buNone/>
            </a:pPr>
            <a:br>
              <a:rPr b="0" i="0" lang="es" sz="1600" u="none" cap="none" strike="noStrike">
                <a:solidFill>
                  <a:srgbClr val="666666"/>
                </a:solidFill>
                <a:latin typeface="Arial"/>
                <a:ea typeface="Arial"/>
                <a:cs typeface="Arial"/>
                <a:sym typeface="Arial"/>
              </a:rPr>
            </a:br>
            <a:r>
              <a:rPr b="0" i="0" lang="es" sz="1800" u="none" cap="none" strike="noStrike">
                <a:solidFill>
                  <a:srgbClr val="000000"/>
                </a:solidFill>
                <a:latin typeface="Roboto"/>
                <a:ea typeface="Roboto"/>
                <a:cs typeface="Roboto"/>
                <a:sym typeface="Roboto"/>
              </a:rPr>
              <a:t>Varios </a:t>
            </a:r>
            <a:r>
              <a:rPr b="1" i="0" lang="es" sz="1800" u="none" cap="none" strike="noStrike">
                <a:solidFill>
                  <a:srgbClr val="000000"/>
                </a:solidFill>
                <a:latin typeface="Roboto"/>
                <a:ea typeface="Roboto"/>
                <a:cs typeface="Roboto"/>
                <a:sym typeface="Roboto"/>
              </a:rPr>
              <a:t>fabricantes </a:t>
            </a:r>
            <a:r>
              <a:rPr b="0" i="0" lang="es" sz="1800" u="none" cap="none" strike="noStrike">
                <a:solidFill>
                  <a:srgbClr val="000000"/>
                </a:solidFill>
                <a:latin typeface="Roboto"/>
                <a:ea typeface="Roboto"/>
                <a:cs typeface="Roboto"/>
                <a:sym typeface="Roboto"/>
              </a:rPr>
              <a:t>se reparten el mercado de placas base, tales como: </a:t>
            </a:r>
            <a:br>
              <a:rPr b="0" i="0" lang="es" sz="1800" u="none" cap="none" strike="noStrike">
                <a:solidFill>
                  <a:srgbClr val="000000"/>
                </a:solidFill>
                <a:latin typeface="Roboto"/>
                <a:ea typeface="Roboto"/>
                <a:cs typeface="Roboto"/>
                <a:sym typeface="Roboto"/>
              </a:rPr>
            </a:br>
            <a:r>
              <a:rPr b="0" i="0" lang="es" sz="1800" u="none" cap="none" strike="noStrike">
                <a:solidFill>
                  <a:srgbClr val="000000"/>
                </a:solidFill>
                <a:latin typeface="Roboto"/>
                <a:ea typeface="Roboto"/>
                <a:cs typeface="Roboto"/>
                <a:sym typeface="Roboto"/>
              </a:rPr>
              <a:t>Advantech, Albatron, Aopen, ASUS, AsRock, Biostar, Chaintech, Dell, DFI, ECS EliteGroup, FIC, Foxconn, Gigabyte Technology, iBase, iEi, Intel, MSI, Pc Chips, Sapphire Technology, Super Micro, Tyan, VIA, XFX, Zotac.</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id="183" name="Google Shape;183;p14"/>
          <p:cNvPicPr preferRelativeResize="0"/>
          <p:nvPr/>
        </p:nvPicPr>
        <p:blipFill rotWithShape="1">
          <a:blip r:embed="rId3">
            <a:alphaModFix/>
          </a:blip>
          <a:srcRect b="0" l="0" r="0" t="0"/>
          <a:stretch/>
        </p:blipFill>
        <p:spPr>
          <a:xfrm>
            <a:off x="1433512" y="152400"/>
            <a:ext cx="6276975" cy="495300"/>
          </a:xfrm>
          <a:prstGeom prst="rect">
            <a:avLst/>
          </a:prstGeom>
          <a:noFill/>
          <a:ln>
            <a:noFill/>
          </a:ln>
        </p:spPr>
      </p:pic>
      <p:sp>
        <p:nvSpPr>
          <p:cNvPr id="184" name="Google Shape;184;p14"/>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Desarrollador de Software</a:t>
            </a:r>
            <a:endParaRPr/>
          </a:p>
        </p:txBody>
      </p:sp>
      <p:sp>
        <p:nvSpPr>
          <p:cNvPr id="185" name="Google Shape;185;p14"/>
          <p:cNvSpPr txBox="1"/>
          <p:nvPr>
            <p:ph type="ctrTitle"/>
          </p:nvPr>
        </p:nvSpPr>
        <p:spPr>
          <a:xfrm>
            <a:off x="297425" y="443700"/>
            <a:ext cx="8641800" cy="989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Font typeface="Arial"/>
              <a:buNone/>
            </a:pPr>
            <a:r>
              <a:rPr lang="es" sz="4000">
                <a:solidFill>
                  <a:schemeClr val="accent6"/>
                </a:solidFill>
              </a:rPr>
              <a:t>Funcionamiento interno</a:t>
            </a:r>
            <a:endParaRPr/>
          </a:p>
        </p:txBody>
      </p:sp>
      <p:sp>
        <p:nvSpPr>
          <p:cNvPr id="186" name="Google Shape;186;p14"/>
          <p:cNvSpPr txBox="1"/>
          <p:nvPr/>
        </p:nvSpPr>
        <p:spPr>
          <a:xfrm>
            <a:off x="159300" y="1153250"/>
            <a:ext cx="8825400" cy="2585700"/>
          </a:xfrm>
          <a:prstGeom prst="rect">
            <a:avLst/>
          </a:prstGeom>
          <a:noFill/>
          <a:ln>
            <a:noFill/>
          </a:ln>
        </p:spPr>
        <p:txBody>
          <a:bodyPr anchorCtr="0" anchor="t" bIns="91425" lIns="91425" spcFirstLastPara="1" rIns="91425" wrap="square" tIns="91425">
            <a:noAutofit/>
          </a:bodyPr>
          <a:lstStyle/>
          <a:p>
            <a:pPr indent="0" lvl="0" marL="0" marR="0" rtl="0" algn="just">
              <a:lnSpc>
                <a:spcPct val="150000"/>
              </a:lnSpc>
              <a:spcBef>
                <a:spcPts val="0"/>
              </a:spcBef>
              <a:spcAft>
                <a:spcPts val="0"/>
              </a:spcAft>
              <a:buClr>
                <a:srgbClr val="666666"/>
              </a:buClr>
              <a:buSzPts val="1600"/>
              <a:buFont typeface="Arial"/>
              <a:buNone/>
            </a:pPr>
            <a:br>
              <a:rPr b="0" i="0" lang="es" sz="1600" u="none" cap="none" strike="noStrike">
                <a:solidFill>
                  <a:srgbClr val="666666"/>
                </a:solidFill>
                <a:latin typeface="Arial"/>
                <a:ea typeface="Arial"/>
                <a:cs typeface="Arial"/>
                <a:sym typeface="Arial"/>
              </a:rPr>
            </a:br>
            <a:r>
              <a:rPr b="0" i="0" lang="es" sz="1800" u="none" cap="none" strike="noStrike">
                <a:solidFill>
                  <a:srgbClr val="000000"/>
                </a:solidFill>
                <a:latin typeface="Roboto"/>
                <a:ea typeface="Roboto"/>
                <a:cs typeface="Roboto"/>
                <a:sym typeface="Roboto"/>
              </a:rPr>
              <a:t>Una computadora realiza sus funciones gracias a sus circuitos y componentes.  Se podría decir que uno o el más importante de todos tienen el nombre de tarjeta madre. Una Tarjeta Madre o Placa Base,  es una tarjeta  de circuito impreso a la que se conectan los componentes que constituyen un computador u ordenador. Es una parte fundamental a la hora de armar una PC de escritorio o portátil. Tiene instalados una serie de circuitos, que sirven como centro de conexión entre el microprocesador, la memoria (RAM), las ranuras de expansión  y otros dispositivos.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p15"/>
          <p:cNvPicPr preferRelativeResize="0"/>
          <p:nvPr/>
        </p:nvPicPr>
        <p:blipFill rotWithShape="1">
          <a:blip r:embed="rId3">
            <a:alphaModFix/>
          </a:blip>
          <a:srcRect b="0" l="0" r="0" t="0"/>
          <a:stretch/>
        </p:blipFill>
        <p:spPr>
          <a:xfrm>
            <a:off x="1433512" y="152400"/>
            <a:ext cx="6276975" cy="495300"/>
          </a:xfrm>
          <a:prstGeom prst="rect">
            <a:avLst/>
          </a:prstGeom>
          <a:noFill/>
          <a:ln>
            <a:noFill/>
          </a:ln>
        </p:spPr>
      </p:pic>
      <p:sp>
        <p:nvSpPr>
          <p:cNvPr id="192" name="Google Shape;192;p15"/>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Desarrollador de Software</a:t>
            </a:r>
            <a:endParaRPr/>
          </a:p>
        </p:txBody>
      </p:sp>
      <p:sp>
        <p:nvSpPr>
          <p:cNvPr id="193" name="Google Shape;193;p15"/>
          <p:cNvSpPr txBox="1"/>
          <p:nvPr/>
        </p:nvSpPr>
        <p:spPr>
          <a:xfrm>
            <a:off x="418475" y="1109950"/>
            <a:ext cx="8342700" cy="3666900"/>
          </a:xfrm>
          <a:prstGeom prst="rect">
            <a:avLst/>
          </a:prstGeom>
          <a:noFill/>
          <a:ln>
            <a:noFill/>
          </a:ln>
        </p:spPr>
        <p:txBody>
          <a:bodyPr anchorCtr="0" anchor="t" bIns="91425" lIns="91425" spcFirstLastPara="1" rIns="91425" wrap="square" tIns="91425">
            <a:noAutofit/>
          </a:bodyPr>
          <a:lstStyle/>
          <a:p>
            <a:pPr indent="0" lvl="0" marL="101600" marR="101600" rtl="0" algn="l">
              <a:lnSpc>
                <a:spcPct val="150000"/>
              </a:lnSpc>
              <a:spcBef>
                <a:spcPts val="0"/>
              </a:spcBef>
              <a:spcAft>
                <a:spcPts val="0"/>
              </a:spcAft>
              <a:buClr>
                <a:schemeClr val="dk1"/>
              </a:buClr>
              <a:buSzPts val="1900"/>
              <a:buFont typeface="Roboto"/>
              <a:buNone/>
            </a:pPr>
            <a:r>
              <a:rPr b="0" i="0" lang="es" sz="1900" u="none" cap="none" strike="noStrike">
                <a:solidFill>
                  <a:schemeClr val="dk1"/>
                </a:solidFill>
                <a:highlight>
                  <a:srgbClr val="FFFFFF"/>
                </a:highlight>
                <a:latin typeface="Roboto"/>
                <a:ea typeface="Roboto"/>
                <a:cs typeface="Roboto"/>
                <a:sym typeface="Roboto"/>
              </a:rPr>
              <a:t>¿Qué es la placa base?</a:t>
            </a:r>
            <a:r>
              <a:rPr b="0" i="0" lang="es" sz="1300" u="none" cap="none" strike="noStrike">
                <a:solidFill>
                  <a:schemeClr val="dk1"/>
                </a:solidFill>
                <a:highlight>
                  <a:srgbClr val="FFFFFF"/>
                </a:highlight>
                <a:latin typeface="Roboto"/>
                <a:ea typeface="Roboto"/>
                <a:cs typeface="Roboto"/>
                <a:sym typeface="Roboto"/>
              </a:rPr>
              <a:t> </a:t>
            </a:r>
            <a:endParaRPr/>
          </a:p>
          <a:p>
            <a:pPr indent="0" lvl="0" marL="101600" marR="101600" rtl="0" algn="l">
              <a:lnSpc>
                <a:spcPct val="150000"/>
              </a:lnSpc>
              <a:spcBef>
                <a:spcPts val="0"/>
              </a:spcBef>
              <a:spcAft>
                <a:spcPts val="0"/>
              </a:spcAft>
              <a:buClr>
                <a:schemeClr val="dk1"/>
              </a:buClr>
              <a:buSzPts val="1500"/>
              <a:buFont typeface="Roboto"/>
              <a:buNone/>
            </a:pPr>
            <a:r>
              <a:rPr b="0" i="0" lang="es" sz="1500" u="none" cap="none" strike="noStrike">
                <a:solidFill>
                  <a:schemeClr val="dk1"/>
                </a:solidFill>
                <a:highlight>
                  <a:srgbClr val="FFFFFF"/>
                </a:highlight>
                <a:latin typeface="Roboto"/>
                <a:ea typeface="Roboto"/>
                <a:cs typeface="Roboto"/>
                <a:sym typeface="Roboto"/>
              </a:rPr>
              <a:t>La placa base, o motherboard (placa madre), es un circuito impreso en el que se conectan las diferentes partes de un ordenador y sirve de intermediario entre éstas.</a:t>
            </a:r>
            <a:br>
              <a:rPr b="0" i="0" lang="es" sz="1300" u="none" cap="none" strike="noStrike">
                <a:solidFill>
                  <a:schemeClr val="dk1"/>
                </a:solidFill>
                <a:highlight>
                  <a:srgbClr val="FFFFFF"/>
                </a:highlight>
                <a:latin typeface="Roboto"/>
                <a:ea typeface="Roboto"/>
                <a:cs typeface="Roboto"/>
                <a:sym typeface="Roboto"/>
              </a:rPr>
            </a:br>
            <a:endParaRPr/>
          </a:p>
          <a:p>
            <a:pPr indent="0" lvl="0" marL="101600" marR="101600" rtl="0" algn="l">
              <a:lnSpc>
                <a:spcPct val="150000"/>
              </a:lnSpc>
              <a:spcBef>
                <a:spcPts val="0"/>
              </a:spcBef>
              <a:spcAft>
                <a:spcPts val="0"/>
              </a:spcAft>
              <a:buClr>
                <a:schemeClr val="dk1"/>
              </a:buClr>
              <a:buSzPts val="1900"/>
              <a:buFont typeface="Roboto"/>
              <a:buNone/>
            </a:pPr>
            <a:r>
              <a:rPr b="0" i="0" lang="es" sz="1900" u="none" cap="none" strike="noStrike">
                <a:solidFill>
                  <a:schemeClr val="dk1"/>
                </a:solidFill>
                <a:highlight>
                  <a:srgbClr val="FFFFFF"/>
                </a:highlight>
                <a:latin typeface="Roboto"/>
                <a:ea typeface="Roboto"/>
                <a:cs typeface="Roboto"/>
                <a:sym typeface="Roboto"/>
              </a:rPr>
              <a:t>¿Qué es la BIOS?</a:t>
            </a:r>
            <a:r>
              <a:rPr b="0" i="0" lang="es" sz="1300" u="none" cap="none" strike="noStrike">
                <a:solidFill>
                  <a:schemeClr val="dk1"/>
                </a:solidFill>
                <a:highlight>
                  <a:srgbClr val="FFFFFF"/>
                </a:highlight>
                <a:latin typeface="Roboto"/>
                <a:ea typeface="Roboto"/>
                <a:cs typeface="Roboto"/>
                <a:sym typeface="Roboto"/>
              </a:rPr>
              <a:t> </a:t>
            </a:r>
            <a:endParaRPr/>
          </a:p>
          <a:p>
            <a:pPr indent="0" lvl="0" marL="101600" marR="101600" rtl="0" algn="l">
              <a:lnSpc>
                <a:spcPct val="150000"/>
              </a:lnSpc>
              <a:spcBef>
                <a:spcPts val="0"/>
              </a:spcBef>
              <a:spcAft>
                <a:spcPts val="0"/>
              </a:spcAft>
              <a:buClr>
                <a:schemeClr val="dk1"/>
              </a:buClr>
              <a:buSzPts val="1500"/>
              <a:buFont typeface="Roboto"/>
              <a:buNone/>
            </a:pPr>
            <a:r>
              <a:rPr b="0" i="0" lang="es" sz="1500" u="none" cap="none" strike="noStrike">
                <a:solidFill>
                  <a:schemeClr val="dk1"/>
                </a:solidFill>
                <a:highlight>
                  <a:srgbClr val="FFFFFF"/>
                </a:highlight>
                <a:latin typeface="Roboto"/>
                <a:ea typeface="Roboto"/>
                <a:cs typeface="Roboto"/>
                <a:sym typeface="Roboto"/>
              </a:rPr>
              <a:t>Todas las placas base incluyen un pequeño software (</a:t>
            </a:r>
            <a:r>
              <a:rPr b="1" i="0" lang="es" sz="1500" u="none" cap="none" strike="noStrike">
                <a:solidFill>
                  <a:schemeClr val="dk1"/>
                </a:solidFill>
                <a:highlight>
                  <a:srgbClr val="FFFFFF"/>
                </a:highlight>
                <a:latin typeface="Roboto"/>
                <a:ea typeface="Roboto"/>
                <a:cs typeface="Roboto"/>
                <a:sym typeface="Roboto"/>
              </a:rPr>
              <a:t>firmware</a:t>
            </a:r>
            <a:r>
              <a:rPr b="0" i="0" lang="es" sz="1500" u="none" cap="none" strike="noStrike">
                <a:solidFill>
                  <a:schemeClr val="dk1"/>
                </a:solidFill>
                <a:highlight>
                  <a:srgbClr val="FFFFFF"/>
                </a:highlight>
                <a:latin typeface="Roboto"/>
                <a:ea typeface="Roboto"/>
                <a:cs typeface="Roboto"/>
                <a:sym typeface="Roboto"/>
              </a:rPr>
              <a:t>) en su memoria flash llamado BIOS. Este software controla la configuración básica de los componentes del PC así como de la propia placa base y se puede acceder al menú de configuración del mismo oprimiendo la tecla correspondiente en el arranque del PC (varía con el fabricante y con el modelo). Desde este menú podremos cambiar frecuencias, voltajes y opciones en general, aunque se recomienda saber lo que se está haciendo antes de tocar nada.</a:t>
            </a:r>
            <a:endParaRPr/>
          </a:p>
          <a:p>
            <a:pPr indent="-69850" lvl="0" marL="101600" marR="101600" rtl="0" algn="l">
              <a:lnSpc>
                <a:spcPct val="150000"/>
              </a:lnSpc>
              <a:spcBef>
                <a:spcPts val="0"/>
              </a:spcBef>
              <a:spcAft>
                <a:spcPts val="0"/>
              </a:spcAft>
              <a:buClr>
                <a:schemeClr val="dk1"/>
              </a:buClr>
              <a:buSzPts val="1300"/>
              <a:buFont typeface="Arial"/>
              <a:buNone/>
            </a:pPr>
            <a:r>
              <a:t/>
            </a:r>
            <a:endParaRPr b="0" i="0" sz="1300" u="none" cap="none" strike="noStrike">
              <a:solidFill>
                <a:schemeClr val="dk1"/>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15"/>
          <p:cNvSpPr txBox="1"/>
          <p:nvPr>
            <p:ph type="ctrTitle"/>
          </p:nvPr>
        </p:nvSpPr>
        <p:spPr>
          <a:xfrm>
            <a:off x="297425" y="367500"/>
            <a:ext cx="8641800" cy="989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Font typeface="Arial"/>
              <a:buNone/>
            </a:pPr>
            <a:r>
              <a:rPr lang="es" sz="4000">
                <a:solidFill>
                  <a:schemeClr val="accent6"/>
                </a:solidFill>
              </a:rPr>
              <a:t>Funcionamiento interno</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id="199" name="Google Shape;199;p16"/>
          <p:cNvPicPr preferRelativeResize="0"/>
          <p:nvPr/>
        </p:nvPicPr>
        <p:blipFill rotWithShape="1">
          <a:blip r:embed="rId3">
            <a:alphaModFix/>
          </a:blip>
          <a:srcRect b="0" l="0" r="0" t="0"/>
          <a:stretch/>
        </p:blipFill>
        <p:spPr>
          <a:xfrm>
            <a:off x="1433512" y="152400"/>
            <a:ext cx="6276975" cy="495300"/>
          </a:xfrm>
          <a:prstGeom prst="rect">
            <a:avLst/>
          </a:prstGeom>
          <a:noFill/>
          <a:ln>
            <a:noFill/>
          </a:ln>
        </p:spPr>
      </p:pic>
      <p:sp>
        <p:nvSpPr>
          <p:cNvPr id="200" name="Google Shape;200;p16"/>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Desarrollador de Software</a:t>
            </a:r>
            <a:endParaRPr/>
          </a:p>
        </p:txBody>
      </p:sp>
      <p:sp>
        <p:nvSpPr>
          <p:cNvPr id="201" name="Google Shape;201;p16"/>
          <p:cNvSpPr txBox="1"/>
          <p:nvPr/>
        </p:nvSpPr>
        <p:spPr>
          <a:xfrm>
            <a:off x="342962" y="1329525"/>
            <a:ext cx="8453400" cy="2928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Roboto"/>
              <a:buNone/>
            </a:pPr>
            <a:r>
              <a:rPr b="0" i="0" lang="es" sz="1800" u="none" cap="none" strike="noStrike">
                <a:solidFill>
                  <a:srgbClr val="000000"/>
                </a:solidFill>
                <a:latin typeface="Roboto"/>
                <a:ea typeface="Roboto"/>
                <a:cs typeface="Roboto"/>
                <a:sym typeface="Roboto"/>
              </a:rPr>
              <a:t>Los buses son espacios físicos que permiten el transporte de información y energía entre dos puntos de la computadora.</a:t>
            </a:r>
            <a:br>
              <a:rPr b="0" i="0" lang="es" sz="1800" u="none" cap="none" strike="noStrike">
                <a:solidFill>
                  <a:srgbClr val="000000"/>
                </a:solidFill>
                <a:latin typeface="Roboto"/>
                <a:ea typeface="Roboto"/>
                <a:cs typeface="Roboto"/>
                <a:sym typeface="Roboto"/>
              </a:rPr>
            </a:br>
            <a:br>
              <a:rPr b="0" i="0" lang="es" sz="1800" u="none" cap="none" strike="noStrike">
                <a:solidFill>
                  <a:srgbClr val="000000"/>
                </a:solidFill>
                <a:latin typeface="Roboto"/>
                <a:ea typeface="Roboto"/>
                <a:cs typeface="Roboto"/>
                <a:sym typeface="Roboto"/>
              </a:rPr>
            </a:br>
            <a:r>
              <a:rPr b="0" i="0" lang="es" sz="1800" u="none" cap="none" strike="noStrike">
                <a:solidFill>
                  <a:srgbClr val="000000"/>
                </a:solidFill>
                <a:latin typeface="Roboto"/>
                <a:ea typeface="Roboto"/>
                <a:cs typeface="Roboto"/>
                <a:sym typeface="Roboto"/>
              </a:rPr>
              <a:t>Los buses generales son cinco.</a:t>
            </a:r>
            <a:br>
              <a:rPr b="0" i="0" lang="es" sz="1800" u="none" cap="none" strike="noStrike">
                <a:solidFill>
                  <a:srgbClr val="000000"/>
                </a:solidFill>
                <a:latin typeface="Roboto"/>
                <a:ea typeface="Roboto"/>
                <a:cs typeface="Roboto"/>
                <a:sym typeface="Roboto"/>
              </a:rPr>
            </a:br>
            <a:br>
              <a:rPr b="0" i="0" lang="es" sz="1800" u="none" cap="none" strike="noStrike">
                <a:solidFill>
                  <a:srgbClr val="000000"/>
                </a:solidFill>
                <a:latin typeface="Roboto"/>
                <a:ea typeface="Roboto"/>
                <a:cs typeface="Roboto"/>
                <a:sym typeface="Roboto"/>
              </a:rPr>
            </a:br>
            <a:r>
              <a:rPr b="0" i="0" lang="es" sz="1800" u="none" cap="none" strike="noStrike">
                <a:solidFill>
                  <a:srgbClr val="000000"/>
                </a:solidFill>
                <a:latin typeface="Roboto"/>
                <a:ea typeface="Roboto"/>
                <a:cs typeface="Roboto"/>
                <a:sym typeface="Roboto"/>
              </a:rPr>
              <a:t>1.-</a:t>
            </a:r>
            <a:r>
              <a:rPr b="1" i="0" lang="es" sz="1800" u="none" cap="none" strike="noStrike">
                <a:solidFill>
                  <a:srgbClr val="000000"/>
                </a:solidFill>
                <a:latin typeface="Roboto"/>
                <a:ea typeface="Roboto"/>
                <a:cs typeface="Roboto"/>
                <a:sym typeface="Roboto"/>
              </a:rPr>
              <a:t>Bus de datos</a:t>
            </a:r>
            <a:br>
              <a:rPr b="0" i="0" lang="es" sz="1800" u="none" cap="none" strike="noStrike">
                <a:solidFill>
                  <a:srgbClr val="000000"/>
                </a:solidFill>
                <a:latin typeface="Roboto"/>
                <a:ea typeface="Roboto"/>
                <a:cs typeface="Roboto"/>
                <a:sym typeface="Roboto"/>
              </a:rPr>
            </a:br>
            <a:r>
              <a:rPr b="0" i="0" lang="es" sz="1800" u="none" cap="none" strike="noStrike">
                <a:solidFill>
                  <a:srgbClr val="000000"/>
                </a:solidFill>
                <a:latin typeface="Roboto"/>
                <a:ea typeface="Roboto"/>
                <a:cs typeface="Roboto"/>
                <a:sym typeface="Roboto"/>
              </a:rPr>
              <a:t>Los buses de datos son las líneas de comunicación por donde circulan los datos externos e internos del microprocesador.</a:t>
            </a:r>
            <a:br>
              <a:rPr b="0" i="0" lang="es" sz="1800" u="none" cap="none" strike="noStrike">
                <a:solidFill>
                  <a:srgbClr val="000000"/>
                </a:solidFill>
                <a:latin typeface="Roboto"/>
                <a:ea typeface="Roboto"/>
                <a:cs typeface="Roboto"/>
                <a:sym typeface="Roboto"/>
              </a:rPr>
            </a:br>
            <a:br>
              <a:rPr b="0" i="0" lang="es" sz="1800" u="none" cap="none" strike="noStrike">
                <a:solidFill>
                  <a:srgbClr val="000000"/>
                </a:solidFill>
                <a:latin typeface="Roboto"/>
                <a:ea typeface="Roboto"/>
                <a:cs typeface="Roboto"/>
                <a:sym typeface="Roboto"/>
              </a:rPr>
            </a:br>
            <a:r>
              <a:rPr b="0" i="0" lang="es" sz="1800" u="none" cap="none" strike="noStrike">
                <a:solidFill>
                  <a:srgbClr val="000000"/>
                </a:solidFill>
                <a:latin typeface="Roboto"/>
                <a:ea typeface="Roboto"/>
                <a:cs typeface="Roboto"/>
                <a:sym typeface="Roboto"/>
              </a:rPr>
              <a:t>2.-</a:t>
            </a:r>
            <a:r>
              <a:rPr b="1" i="0" lang="es" sz="1800" u="none" cap="none" strike="noStrike">
                <a:solidFill>
                  <a:srgbClr val="000000"/>
                </a:solidFill>
                <a:latin typeface="Roboto"/>
                <a:ea typeface="Roboto"/>
                <a:cs typeface="Roboto"/>
                <a:sym typeface="Roboto"/>
              </a:rPr>
              <a:t>Bus de dirección</a:t>
            </a:r>
            <a:br>
              <a:rPr b="0" i="0" lang="es" sz="1800" u="none" cap="none" strike="noStrike">
                <a:solidFill>
                  <a:srgbClr val="000000"/>
                </a:solidFill>
                <a:latin typeface="Roboto"/>
                <a:ea typeface="Roboto"/>
                <a:cs typeface="Roboto"/>
                <a:sym typeface="Roboto"/>
              </a:rPr>
            </a:br>
            <a:r>
              <a:rPr b="0" i="0" lang="es" sz="1800" u="none" cap="none" strike="noStrike">
                <a:solidFill>
                  <a:srgbClr val="000000"/>
                </a:solidFill>
                <a:latin typeface="Roboto"/>
                <a:ea typeface="Roboto"/>
                <a:cs typeface="Roboto"/>
                <a:sym typeface="Roboto"/>
              </a:rPr>
              <a:t>El bus de dirección es la línea de comunicación por donde viaja la información específica sobre la localización de la dirección de memoria del dato o dispositivo al que se hace referencia.</a:t>
            </a:r>
            <a:br>
              <a:rPr b="0" i="0" lang="es" sz="1800" u="none" cap="none" strike="noStrike">
                <a:solidFill>
                  <a:srgbClr val="000000"/>
                </a:solidFill>
                <a:latin typeface="Roboto"/>
                <a:ea typeface="Roboto"/>
                <a:cs typeface="Roboto"/>
                <a:sym typeface="Roboto"/>
              </a:rPr>
            </a:br>
            <a:br>
              <a:rPr b="0" i="0" lang="es" sz="1800" u="none" cap="none" strike="noStrike">
                <a:solidFill>
                  <a:srgbClr val="000000"/>
                </a:solidFill>
                <a:latin typeface="Roboto"/>
                <a:ea typeface="Roboto"/>
                <a:cs typeface="Roboto"/>
                <a:sym typeface="Roboto"/>
              </a:rPr>
            </a:br>
            <a:endParaRPr/>
          </a:p>
        </p:txBody>
      </p:sp>
      <p:sp>
        <p:nvSpPr>
          <p:cNvPr id="202" name="Google Shape;202;p16"/>
          <p:cNvSpPr txBox="1"/>
          <p:nvPr>
            <p:ph type="ctrTitle"/>
          </p:nvPr>
        </p:nvSpPr>
        <p:spPr>
          <a:xfrm>
            <a:off x="297425" y="443700"/>
            <a:ext cx="8641800" cy="989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Font typeface="Arial"/>
              <a:buNone/>
            </a:pPr>
            <a:r>
              <a:rPr lang="es" sz="4000">
                <a:solidFill>
                  <a:schemeClr val="accent6"/>
                </a:solidFill>
              </a:rPr>
              <a:t>Funcionamiento interno</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pic>
        <p:nvPicPr>
          <p:cNvPr id="207" name="Google Shape;207;p17"/>
          <p:cNvPicPr preferRelativeResize="0"/>
          <p:nvPr/>
        </p:nvPicPr>
        <p:blipFill rotWithShape="1">
          <a:blip r:embed="rId3">
            <a:alphaModFix/>
          </a:blip>
          <a:srcRect b="0" l="0" r="0" t="0"/>
          <a:stretch/>
        </p:blipFill>
        <p:spPr>
          <a:xfrm>
            <a:off x="1433512" y="152400"/>
            <a:ext cx="6276975" cy="495300"/>
          </a:xfrm>
          <a:prstGeom prst="rect">
            <a:avLst/>
          </a:prstGeom>
          <a:noFill/>
          <a:ln>
            <a:noFill/>
          </a:ln>
        </p:spPr>
      </p:pic>
      <p:sp>
        <p:nvSpPr>
          <p:cNvPr id="208" name="Google Shape;208;p17"/>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Desarrollador de Software</a:t>
            </a:r>
            <a:endParaRPr/>
          </a:p>
        </p:txBody>
      </p:sp>
      <p:sp>
        <p:nvSpPr>
          <p:cNvPr id="209" name="Google Shape;209;p17"/>
          <p:cNvSpPr txBox="1"/>
          <p:nvPr/>
        </p:nvSpPr>
        <p:spPr>
          <a:xfrm>
            <a:off x="345300" y="1198925"/>
            <a:ext cx="8453400" cy="355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Roboto"/>
              <a:buNone/>
            </a:pPr>
            <a:br>
              <a:rPr b="0" i="0" lang="es" sz="1400" u="none" cap="none" strike="noStrike">
                <a:solidFill>
                  <a:srgbClr val="000000"/>
                </a:solidFill>
                <a:latin typeface="Roboto"/>
                <a:ea typeface="Roboto"/>
                <a:cs typeface="Roboto"/>
                <a:sym typeface="Roboto"/>
              </a:rPr>
            </a:br>
            <a:r>
              <a:rPr b="0" i="0" lang="es" sz="1600" u="none" cap="none" strike="noStrike">
                <a:solidFill>
                  <a:srgbClr val="000000"/>
                </a:solidFill>
                <a:latin typeface="Roboto"/>
                <a:ea typeface="Roboto"/>
                <a:cs typeface="Roboto"/>
                <a:sym typeface="Roboto"/>
              </a:rPr>
              <a:t>3.-</a:t>
            </a:r>
            <a:r>
              <a:rPr b="1" i="0" lang="es" sz="1600" u="none" cap="none" strike="noStrike">
                <a:solidFill>
                  <a:srgbClr val="000000"/>
                </a:solidFill>
                <a:latin typeface="Roboto"/>
                <a:ea typeface="Roboto"/>
                <a:cs typeface="Roboto"/>
                <a:sym typeface="Roboto"/>
              </a:rPr>
              <a:t>Bus de control</a:t>
            </a:r>
            <a:br>
              <a:rPr b="0" i="0" lang="es" sz="1600" u="none" cap="none" strike="noStrike">
                <a:solidFill>
                  <a:srgbClr val="000000"/>
                </a:solidFill>
                <a:latin typeface="Roboto"/>
                <a:ea typeface="Roboto"/>
                <a:cs typeface="Roboto"/>
                <a:sym typeface="Roboto"/>
              </a:rPr>
            </a:br>
            <a:r>
              <a:rPr b="0" i="0" lang="es" sz="1600" u="none" cap="none" strike="noStrike">
                <a:solidFill>
                  <a:srgbClr val="000000"/>
                </a:solidFill>
                <a:latin typeface="Roboto"/>
                <a:ea typeface="Roboto"/>
                <a:cs typeface="Roboto"/>
                <a:sym typeface="Roboto"/>
              </a:rPr>
              <a:t>El bus de control es la línea de comunicación por donde se controla el intercambio de información con un módulo de la unidad central y los periféricos.</a:t>
            </a:r>
            <a:br>
              <a:rPr b="0" i="0" lang="es" sz="1600" u="none" cap="none" strike="noStrike">
                <a:solidFill>
                  <a:srgbClr val="000000"/>
                </a:solidFill>
                <a:latin typeface="Roboto"/>
                <a:ea typeface="Roboto"/>
                <a:cs typeface="Roboto"/>
                <a:sym typeface="Roboto"/>
              </a:rPr>
            </a:br>
            <a:br>
              <a:rPr b="0" i="0" lang="es" sz="1600" u="none" cap="none" strike="noStrike">
                <a:solidFill>
                  <a:srgbClr val="000000"/>
                </a:solidFill>
                <a:latin typeface="Roboto"/>
                <a:ea typeface="Roboto"/>
                <a:cs typeface="Roboto"/>
                <a:sym typeface="Roboto"/>
              </a:rPr>
            </a:br>
            <a:r>
              <a:rPr b="0" i="0" lang="es" sz="1600" u="none" cap="none" strike="noStrike">
                <a:solidFill>
                  <a:srgbClr val="000000"/>
                </a:solidFill>
                <a:latin typeface="Roboto"/>
                <a:ea typeface="Roboto"/>
                <a:cs typeface="Roboto"/>
                <a:sym typeface="Roboto"/>
              </a:rPr>
              <a:t>4.-</a:t>
            </a:r>
            <a:r>
              <a:rPr b="1" i="0" lang="es" sz="1600" u="none" cap="none" strike="noStrike">
                <a:solidFill>
                  <a:srgbClr val="000000"/>
                </a:solidFill>
                <a:latin typeface="Roboto"/>
                <a:ea typeface="Roboto"/>
                <a:cs typeface="Roboto"/>
                <a:sym typeface="Roboto"/>
              </a:rPr>
              <a:t>Bus de expansión</a:t>
            </a:r>
            <a:br>
              <a:rPr b="0" i="0" lang="es" sz="1600" u="none" cap="none" strike="noStrike">
                <a:solidFill>
                  <a:srgbClr val="000000"/>
                </a:solidFill>
                <a:latin typeface="Roboto"/>
                <a:ea typeface="Roboto"/>
                <a:cs typeface="Roboto"/>
                <a:sym typeface="Roboto"/>
              </a:rPr>
            </a:br>
            <a:r>
              <a:rPr b="0" i="0" lang="es" sz="1600" u="none" cap="none" strike="noStrike">
                <a:solidFill>
                  <a:srgbClr val="000000"/>
                </a:solidFill>
                <a:latin typeface="Roboto"/>
                <a:ea typeface="Roboto"/>
                <a:cs typeface="Roboto"/>
                <a:sym typeface="Roboto"/>
              </a:rPr>
              <a:t>Los buses de expansión son el conjunto de líneas de comunicación encargado de llevar el bus de datos, el bus de dirección y el de control a la tarjeta de interfaz (entrada, salida) que se agrega a la placa principal.</a:t>
            </a:r>
            <a:br>
              <a:rPr b="0" i="0" lang="es" sz="1600" u="none" cap="none" strike="noStrike">
                <a:solidFill>
                  <a:srgbClr val="000000"/>
                </a:solidFill>
                <a:latin typeface="Roboto"/>
                <a:ea typeface="Roboto"/>
                <a:cs typeface="Roboto"/>
                <a:sym typeface="Roboto"/>
              </a:rPr>
            </a:br>
            <a:br>
              <a:rPr b="0" i="0" lang="es" sz="1600" u="none" cap="none" strike="noStrike">
                <a:solidFill>
                  <a:srgbClr val="000000"/>
                </a:solidFill>
                <a:latin typeface="Roboto"/>
                <a:ea typeface="Roboto"/>
                <a:cs typeface="Roboto"/>
                <a:sym typeface="Roboto"/>
              </a:rPr>
            </a:br>
            <a:r>
              <a:rPr b="0" i="0" lang="es" sz="1600" u="none" cap="none" strike="noStrike">
                <a:solidFill>
                  <a:srgbClr val="000000"/>
                </a:solidFill>
                <a:latin typeface="Roboto"/>
                <a:ea typeface="Roboto"/>
                <a:cs typeface="Roboto"/>
                <a:sym typeface="Roboto"/>
              </a:rPr>
              <a:t>5.-</a:t>
            </a:r>
            <a:r>
              <a:rPr b="1" i="0" lang="es" sz="1600" u="none" cap="none" strike="noStrike">
                <a:solidFill>
                  <a:srgbClr val="000000"/>
                </a:solidFill>
                <a:latin typeface="Roboto"/>
                <a:ea typeface="Roboto"/>
                <a:cs typeface="Roboto"/>
                <a:sym typeface="Roboto"/>
              </a:rPr>
              <a:t>Bus del sistema</a:t>
            </a:r>
            <a:br>
              <a:rPr b="0" i="0" lang="es" sz="1600" u="none" cap="none" strike="noStrike">
                <a:solidFill>
                  <a:srgbClr val="000000"/>
                </a:solidFill>
                <a:latin typeface="Roboto"/>
                <a:ea typeface="Roboto"/>
                <a:cs typeface="Roboto"/>
                <a:sym typeface="Roboto"/>
              </a:rPr>
            </a:br>
            <a:r>
              <a:rPr b="0" i="0" lang="es" sz="1600" u="none" cap="none" strike="noStrike">
                <a:solidFill>
                  <a:srgbClr val="000000"/>
                </a:solidFill>
                <a:latin typeface="Roboto"/>
                <a:ea typeface="Roboto"/>
                <a:cs typeface="Roboto"/>
                <a:sym typeface="Roboto"/>
              </a:rPr>
              <a:t>Todos los componentes de la placa madre se vinculan a través del bus del sistema, mediante distintos tipos de datos del microprocesador y de la memoria principal. La velocidad de transferencia del bus de sistema está determinada por la frecuencia del bus.</a:t>
            </a:r>
            <a:endParaRPr/>
          </a:p>
        </p:txBody>
      </p:sp>
      <p:sp>
        <p:nvSpPr>
          <p:cNvPr id="210" name="Google Shape;210;p17"/>
          <p:cNvSpPr txBox="1"/>
          <p:nvPr>
            <p:ph type="ctrTitle"/>
          </p:nvPr>
        </p:nvSpPr>
        <p:spPr>
          <a:xfrm>
            <a:off x="297425" y="443700"/>
            <a:ext cx="8641800" cy="989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Font typeface="Arial"/>
              <a:buNone/>
            </a:pPr>
            <a:r>
              <a:rPr lang="es" sz="4000">
                <a:solidFill>
                  <a:schemeClr val="accent6"/>
                </a:solidFill>
              </a:rPr>
              <a:t>Funcionamiento interno</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id="215" name="Google Shape;215;p18"/>
          <p:cNvPicPr preferRelativeResize="0"/>
          <p:nvPr/>
        </p:nvPicPr>
        <p:blipFill rotWithShape="1">
          <a:blip r:embed="rId3">
            <a:alphaModFix/>
          </a:blip>
          <a:srcRect b="0" l="0" r="0" t="0"/>
          <a:stretch/>
        </p:blipFill>
        <p:spPr>
          <a:xfrm>
            <a:off x="1433512" y="152400"/>
            <a:ext cx="6276975" cy="495300"/>
          </a:xfrm>
          <a:prstGeom prst="rect">
            <a:avLst/>
          </a:prstGeom>
          <a:noFill/>
          <a:ln>
            <a:noFill/>
          </a:ln>
        </p:spPr>
      </p:pic>
      <p:sp>
        <p:nvSpPr>
          <p:cNvPr id="216" name="Google Shape;216;p18"/>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Desarrollador de Software</a:t>
            </a:r>
            <a:endParaRPr/>
          </a:p>
        </p:txBody>
      </p:sp>
      <p:sp>
        <p:nvSpPr>
          <p:cNvPr id="217" name="Google Shape;217;p18"/>
          <p:cNvSpPr txBox="1"/>
          <p:nvPr/>
        </p:nvSpPr>
        <p:spPr>
          <a:xfrm>
            <a:off x="345300" y="1275125"/>
            <a:ext cx="8453400" cy="35562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1900"/>
              <a:buFont typeface="Roboto"/>
              <a:buNone/>
            </a:pPr>
            <a:r>
              <a:rPr b="0" i="0" lang="es" sz="1900" u="none" cap="none" strike="noStrike">
                <a:solidFill>
                  <a:srgbClr val="000000"/>
                </a:solidFill>
                <a:latin typeface="Roboto"/>
                <a:ea typeface="Roboto"/>
                <a:cs typeface="Roboto"/>
                <a:sym typeface="Roboto"/>
              </a:rPr>
              <a:t>Placas Multiprocesador: </a:t>
            </a:r>
            <a:br>
              <a:rPr b="0" i="0" lang="es" sz="1900" u="none" cap="none" strike="noStrike">
                <a:solidFill>
                  <a:srgbClr val="000000"/>
                </a:solidFill>
                <a:latin typeface="Roboto"/>
                <a:ea typeface="Roboto"/>
                <a:cs typeface="Roboto"/>
                <a:sym typeface="Roboto"/>
              </a:rPr>
            </a:br>
            <a:r>
              <a:rPr b="0" i="0" lang="es" sz="1500" u="none" cap="none" strike="noStrike">
                <a:solidFill>
                  <a:srgbClr val="000000"/>
                </a:solidFill>
                <a:latin typeface="Roboto"/>
                <a:ea typeface="Roboto"/>
                <a:cs typeface="Roboto"/>
                <a:sym typeface="Roboto"/>
              </a:rPr>
              <a:t>Placa base que puede acoger a varios procesadores (generalmente de 2, 4, 8 o más)</a:t>
            </a:r>
            <a:br>
              <a:rPr b="0" i="0" lang="es" sz="1500" u="none" cap="none" strike="noStrike">
                <a:solidFill>
                  <a:srgbClr val="000000"/>
                </a:solidFill>
                <a:latin typeface="Roboto"/>
                <a:ea typeface="Roboto"/>
                <a:cs typeface="Roboto"/>
                <a:sym typeface="Roboto"/>
              </a:rPr>
            </a:br>
            <a:r>
              <a:rPr b="0" i="0" lang="es" sz="1500" u="none" cap="none" strike="noStrike">
                <a:solidFill>
                  <a:srgbClr val="000000"/>
                </a:solidFill>
                <a:latin typeface="Roboto"/>
                <a:ea typeface="Roboto"/>
                <a:cs typeface="Roboto"/>
                <a:sym typeface="Roboto"/>
              </a:rPr>
              <a:t>Estas placas base multiprocesador tienen varios zócalos, lo que les permite conectar varios microprocesadores físicamente distintos (a diferencia de los de procesador de doble núcleo).</a:t>
            </a:r>
            <a:br>
              <a:rPr b="0" i="0" lang="es" sz="1500" u="none" cap="none" strike="noStrike">
                <a:solidFill>
                  <a:srgbClr val="000000"/>
                </a:solidFill>
                <a:latin typeface="Roboto"/>
                <a:ea typeface="Roboto"/>
                <a:cs typeface="Roboto"/>
                <a:sym typeface="Roboto"/>
              </a:rPr>
            </a:br>
            <a:r>
              <a:rPr b="0" i="0" lang="es" sz="1500" u="none" cap="none" strike="noStrike">
                <a:solidFill>
                  <a:srgbClr val="000000"/>
                </a:solidFill>
                <a:latin typeface="Roboto"/>
                <a:ea typeface="Roboto"/>
                <a:cs typeface="Roboto"/>
                <a:sym typeface="Roboto"/>
              </a:rPr>
              <a:t>Cuando hay dos procesadores en una placa base, hay dos formas de manejarlos:</a:t>
            </a:r>
            <a:endParaRPr/>
          </a:p>
          <a:p>
            <a:pPr indent="-323850" lvl="0" marL="457200" marR="0" rtl="0" algn="l">
              <a:lnSpc>
                <a:spcPct val="150000"/>
              </a:lnSpc>
              <a:spcBef>
                <a:spcPts val="0"/>
              </a:spcBef>
              <a:spcAft>
                <a:spcPts val="0"/>
              </a:spcAft>
              <a:buClr>
                <a:srgbClr val="000000"/>
              </a:buClr>
              <a:buSzPts val="1500"/>
              <a:buFont typeface="Roboto"/>
              <a:buChar char="●"/>
            </a:pPr>
            <a:r>
              <a:rPr b="0" i="0" lang="es" sz="1500" u="none" cap="none" strike="noStrike">
                <a:solidFill>
                  <a:srgbClr val="000000"/>
                </a:solidFill>
                <a:latin typeface="Roboto"/>
                <a:ea typeface="Roboto"/>
                <a:cs typeface="Roboto"/>
                <a:sym typeface="Roboto"/>
              </a:rPr>
              <a:t>El modo </a:t>
            </a:r>
            <a:r>
              <a:rPr b="1" i="0" lang="es" sz="1500" u="none" cap="none" strike="noStrike">
                <a:solidFill>
                  <a:srgbClr val="000000"/>
                </a:solidFill>
                <a:latin typeface="Roboto"/>
                <a:ea typeface="Roboto"/>
                <a:cs typeface="Roboto"/>
                <a:sym typeface="Roboto"/>
              </a:rPr>
              <a:t>asimétrico</a:t>
            </a:r>
            <a:r>
              <a:rPr b="0" i="0" lang="es" sz="1500" u="none" cap="none" strike="noStrike">
                <a:solidFill>
                  <a:srgbClr val="000000"/>
                </a:solidFill>
                <a:latin typeface="Roboto"/>
                <a:ea typeface="Roboto"/>
                <a:cs typeface="Roboto"/>
                <a:sym typeface="Roboto"/>
              </a:rPr>
              <a:t>, donde a cada procesador se le asigna una tarea diferente. Este método no acelera el tratamiento, pero puede asignar una tarea a una unidad central de procesamiento, mientras que la otra lleva a cabo a una tarea diferente.</a:t>
            </a:r>
            <a:endParaRPr/>
          </a:p>
          <a:p>
            <a:pPr indent="-323850" lvl="0" marL="457200" marR="0" rtl="0" algn="l">
              <a:lnSpc>
                <a:spcPct val="150000"/>
              </a:lnSpc>
              <a:spcBef>
                <a:spcPts val="0"/>
              </a:spcBef>
              <a:spcAft>
                <a:spcPts val="0"/>
              </a:spcAft>
              <a:buClr>
                <a:srgbClr val="000000"/>
              </a:buClr>
              <a:buSzPts val="1500"/>
              <a:buFont typeface="Roboto"/>
              <a:buChar char="●"/>
            </a:pPr>
            <a:r>
              <a:rPr b="0" i="0" lang="es" sz="1500" u="none" cap="none" strike="noStrike">
                <a:solidFill>
                  <a:srgbClr val="000000"/>
                </a:solidFill>
                <a:latin typeface="Roboto"/>
                <a:ea typeface="Roboto"/>
                <a:cs typeface="Roboto"/>
                <a:sym typeface="Roboto"/>
              </a:rPr>
              <a:t>El modo </a:t>
            </a:r>
            <a:r>
              <a:rPr b="1" i="0" lang="es" sz="1500" u="none" cap="none" strike="noStrike">
                <a:solidFill>
                  <a:srgbClr val="000000"/>
                </a:solidFill>
                <a:latin typeface="Roboto"/>
                <a:ea typeface="Roboto"/>
                <a:cs typeface="Roboto"/>
                <a:sym typeface="Roboto"/>
              </a:rPr>
              <a:t>simétrico</a:t>
            </a:r>
            <a:r>
              <a:rPr b="0" i="0" lang="es" sz="1500" u="none" cap="none" strike="noStrike">
                <a:solidFill>
                  <a:srgbClr val="000000"/>
                </a:solidFill>
                <a:latin typeface="Roboto"/>
                <a:ea typeface="Roboto"/>
                <a:cs typeface="Roboto"/>
                <a:sym typeface="Roboto"/>
              </a:rPr>
              <a:t>, llamado multiprocesamiento simétrico, donde cada tarea se distribuye de forma simétrica entre los dos procesadores.</a:t>
            </a:r>
            <a:endParaRPr/>
          </a:p>
          <a:p>
            <a:pPr indent="0" lvl="0" marL="0" marR="0" rtl="0" algn="l">
              <a:lnSpc>
                <a:spcPct val="150000"/>
              </a:lnSpc>
              <a:spcBef>
                <a:spcPts val="0"/>
              </a:spcBef>
              <a:spcAft>
                <a:spcPts val="0"/>
              </a:spcAft>
              <a:buClr>
                <a:srgbClr val="000000"/>
              </a:buClr>
              <a:buSzPts val="1500"/>
              <a:buFont typeface="Roboto"/>
              <a:buNone/>
            </a:pPr>
            <a:r>
              <a:rPr b="0" i="0" lang="es" sz="1500" u="none" cap="none" strike="noStrike">
                <a:solidFill>
                  <a:srgbClr val="000000"/>
                </a:solidFill>
                <a:latin typeface="Roboto"/>
                <a:ea typeface="Roboto"/>
                <a:cs typeface="Roboto"/>
                <a:sym typeface="Roboto"/>
              </a:rPr>
              <a:t>Linux fue el primer sistema operativo en gestionar la arquitectura de doble procesador. </a:t>
            </a:r>
            <a:endParaRPr/>
          </a:p>
        </p:txBody>
      </p:sp>
      <p:sp>
        <p:nvSpPr>
          <p:cNvPr id="218" name="Google Shape;218;p18"/>
          <p:cNvSpPr txBox="1"/>
          <p:nvPr>
            <p:ph type="ctrTitle"/>
          </p:nvPr>
        </p:nvSpPr>
        <p:spPr>
          <a:xfrm>
            <a:off x="297425" y="367500"/>
            <a:ext cx="8641800" cy="989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Font typeface="Arial"/>
              <a:buNone/>
            </a:pPr>
            <a:r>
              <a:rPr lang="es" sz="4000">
                <a:solidFill>
                  <a:schemeClr val="accent6"/>
                </a:solidFill>
              </a:rPr>
              <a:t>Funcionamiento interno</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pic>
        <p:nvPicPr>
          <p:cNvPr id="223" name="Google Shape;223;p19"/>
          <p:cNvPicPr preferRelativeResize="0"/>
          <p:nvPr/>
        </p:nvPicPr>
        <p:blipFill rotWithShape="1">
          <a:blip r:embed="rId3">
            <a:alphaModFix/>
          </a:blip>
          <a:srcRect b="0" l="0" r="0" t="0"/>
          <a:stretch/>
        </p:blipFill>
        <p:spPr>
          <a:xfrm>
            <a:off x="1433512" y="152400"/>
            <a:ext cx="6276975" cy="495300"/>
          </a:xfrm>
          <a:prstGeom prst="rect">
            <a:avLst/>
          </a:prstGeom>
          <a:noFill/>
          <a:ln>
            <a:noFill/>
          </a:ln>
        </p:spPr>
      </p:pic>
      <p:sp>
        <p:nvSpPr>
          <p:cNvPr id="224" name="Google Shape;224;p19"/>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Desarrollador de Software</a:t>
            </a:r>
            <a:endParaRPr/>
          </a:p>
        </p:txBody>
      </p:sp>
      <p:sp>
        <p:nvSpPr>
          <p:cNvPr id="225" name="Google Shape;225;p19"/>
          <p:cNvSpPr txBox="1"/>
          <p:nvPr/>
        </p:nvSpPr>
        <p:spPr>
          <a:xfrm>
            <a:off x="345300" y="1275125"/>
            <a:ext cx="8453400" cy="35562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1900"/>
              <a:buFont typeface="Roboto"/>
              <a:buNone/>
            </a:pPr>
            <a:r>
              <a:rPr b="0" i="0" lang="es" sz="1900" u="none" cap="none" strike="noStrike">
                <a:solidFill>
                  <a:srgbClr val="000000"/>
                </a:solidFill>
                <a:latin typeface="Roboto"/>
                <a:ea typeface="Roboto"/>
                <a:cs typeface="Roboto"/>
                <a:sym typeface="Roboto"/>
              </a:rPr>
              <a:t>Ranuras de expansión: </a:t>
            </a:r>
            <a:br>
              <a:rPr b="0" i="0" lang="es" sz="1900" u="none" cap="none" strike="noStrike">
                <a:solidFill>
                  <a:srgbClr val="000000"/>
                </a:solidFill>
                <a:latin typeface="Roboto"/>
                <a:ea typeface="Roboto"/>
                <a:cs typeface="Roboto"/>
                <a:sym typeface="Roboto"/>
              </a:rPr>
            </a:br>
            <a:r>
              <a:rPr b="0" i="0" lang="es" sz="1500" u="none" cap="none" strike="noStrike">
                <a:solidFill>
                  <a:srgbClr val="000000"/>
                </a:solidFill>
                <a:latin typeface="Roboto"/>
                <a:ea typeface="Roboto"/>
                <a:cs typeface="Roboto"/>
                <a:sym typeface="Roboto"/>
              </a:rPr>
              <a:t>La ranura de expansión (o slot de expansión) es un elemento de la placa base de la computadora, que permite conectarla a una tarjeta de expansión o tarjeta adicional, la cual puede realizar funciones de control de dispositivos periféricos adicionales, por ejemplo: monitores, proyectores, televisores, módems, impresoras o unidades de disco.</a:t>
            </a:r>
            <a:endParaRPr/>
          </a:p>
          <a:p>
            <a:pPr indent="0" lvl="0" marL="0" marR="0" rtl="0" algn="l">
              <a:lnSpc>
                <a:spcPct val="150000"/>
              </a:lnSpc>
              <a:spcBef>
                <a:spcPts val="0"/>
              </a:spcBef>
              <a:spcAft>
                <a:spcPts val="0"/>
              </a:spcAft>
              <a:buClr>
                <a:schemeClr val="dk1"/>
              </a:buClr>
              <a:buSzPts val="1100"/>
              <a:buFont typeface="Arial"/>
              <a:buNone/>
            </a:pPr>
            <a:r>
              <a:rPr b="0" i="0" lang="es" sz="1500" u="none" cap="none" strike="noStrike">
                <a:solidFill>
                  <a:srgbClr val="000000"/>
                </a:solidFill>
                <a:latin typeface="Roboto"/>
                <a:ea typeface="Roboto"/>
                <a:cs typeface="Roboto"/>
                <a:sym typeface="Roboto"/>
              </a:rPr>
              <a:t>Las ranuras están conectadas entre sí. Una computadora personal dispone generalmente de ocho unidades, aunque puede llegar hasta doce.</a:t>
            </a:r>
            <a:br>
              <a:rPr b="0" i="0" lang="es" sz="1500" u="none" cap="none" strike="noStrike">
                <a:solidFill>
                  <a:srgbClr val="000000"/>
                </a:solidFill>
                <a:latin typeface="Roboto"/>
                <a:ea typeface="Roboto"/>
                <a:cs typeface="Roboto"/>
                <a:sym typeface="Roboto"/>
              </a:rPr>
            </a:br>
            <a:r>
              <a:rPr b="0" i="0" lang="es" sz="1500" u="none" cap="none" strike="noStrike">
                <a:solidFill>
                  <a:srgbClr val="000000"/>
                </a:solidFill>
                <a:latin typeface="Roboto"/>
                <a:ea typeface="Roboto"/>
                <a:cs typeface="Roboto"/>
                <a:sym typeface="Roboto"/>
              </a:rPr>
              <a:t>En las tarjetas madre del tipo LPX las ranuras de expansión no se encuentran sobre la placa sino en un conector especial denominado riser card (tarjeta vertical).</a:t>
            </a:r>
            <a:endParaRPr/>
          </a:p>
          <a:p>
            <a:pPr indent="0" lvl="0" marL="0" marR="0" rtl="0" algn="l">
              <a:lnSpc>
                <a:spcPct val="150000"/>
              </a:lnSpc>
              <a:spcBef>
                <a:spcPts val="0"/>
              </a:spcBef>
              <a:spcAft>
                <a:spcPts val="0"/>
              </a:spcAft>
              <a:buClr>
                <a:srgbClr val="000000"/>
              </a:buClr>
              <a:buSzPts val="1500"/>
              <a:buFont typeface="Arial"/>
              <a:buNone/>
            </a:pPr>
            <a:r>
              <a:t/>
            </a:r>
            <a:endParaRPr b="0" i="0" sz="1500" u="none" cap="none" strike="noStrike">
              <a:solidFill>
                <a:srgbClr val="000000"/>
              </a:solidFill>
              <a:latin typeface="Roboto"/>
              <a:ea typeface="Roboto"/>
              <a:cs typeface="Roboto"/>
              <a:sym typeface="Roboto"/>
            </a:endParaRPr>
          </a:p>
        </p:txBody>
      </p:sp>
      <p:sp>
        <p:nvSpPr>
          <p:cNvPr id="226" name="Google Shape;226;p19"/>
          <p:cNvSpPr txBox="1"/>
          <p:nvPr>
            <p:ph type="ctrTitle"/>
          </p:nvPr>
        </p:nvSpPr>
        <p:spPr>
          <a:xfrm>
            <a:off x="297425" y="367500"/>
            <a:ext cx="8641800" cy="989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Font typeface="Arial"/>
              <a:buNone/>
            </a:pPr>
            <a:r>
              <a:rPr lang="es" sz="4000">
                <a:solidFill>
                  <a:schemeClr val="accent6"/>
                </a:solidFill>
              </a:rPr>
              <a:t>Funcionamiento interno</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pic>
        <p:nvPicPr>
          <p:cNvPr descr="tipos_de_ranuras_de_expansion.jpg" id="231" name="Google Shape;231;p20"/>
          <p:cNvPicPr preferRelativeResize="0"/>
          <p:nvPr/>
        </p:nvPicPr>
        <p:blipFill rotWithShape="1">
          <a:blip r:embed="rId3">
            <a:alphaModFix/>
          </a:blip>
          <a:srcRect b="0" l="0" r="0" t="0"/>
          <a:stretch/>
        </p:blipFill>
        <p:spPr>
          <a:xfrm>
            <a:off x="-17875" y="970062"/>
            <a:ext cx="4991100" cy="4286250"/>
          </a:xfrm>
          <a:prstGeom prst="rect">
            <a:avLst/>
          </a:prstGeom>
          <a:noFill/>
          <a:ln>
            <a:noFill/>
          </a:ln>
        </p:spPr>
      </p:pic>
      <p:pic>
        <p:nvPicPr>
          <p:cNvPr id="232" name="Google Shape;232;p20"/>
          <p:cNvPicPr preferRelativeResize="0"/>
          <p:nvPr/>
        </p:nvPicPr>
        <p:blipFill rotWithShape="1">
          <a:blip r:embed="rId4">
            <a:alphaModFix/>
          </a:blip>
          <a:srcRect b="0" l="0" r="0" t="0"/>
          <a:stretch/>
        </p:blipFill>
        <p:spPr>
          <a:xfrm>
            <a:off x="1433512" y="152400"/>
            <a:ext cx="6276975" cy="495300"/>
          </a:xfrm>
          <a:prstGeom prst="rect">
            <a:avLst/>
          </a:prstGeom>
          <a:noFill/>
          <a:ln>
            <a:noFill/>
          </a:ln>
        </p:spPr>
      </p:pic>
      <p:sp>
        <p:nvSpPr>
          <p:cNvPr id="233" name="Google Shape;233;p20"/>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Desarrollador de Software</a:t>
            </a:r>
            <a:endParaRPr/>
          </a:p>
        </p:txBody>
      </p:sp>
      <p:sp>
        <p:nvSpPr>
          <p:cNvPr id="234" name="Google Shape;234;p20"/>
          <p:cNvSpPr txBox="1"/>
          <p:nvPr>
            <p:ph type="ctrTitle"/>
          </p:nvPr>
        </p:nvSpPr>
        <p:spPr>
          <a:xfrm>
            <a:off x="297425" y="367500"/>
            <a:ext cx="8641800" cy="989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Font typeface="Arial"/>
              <a:buNone/>
            </a:pPr>
            <a:r>
              <a:rPr lang="es" sz="4000">
                <a:solidFill>
                  <a:schemeClr val="accent6"/>
                </a:solidFill>
              </a:rPr>
              <a:t>Ranuras de expansión</a:t>
            </a:r>
            <a:endParaRPr/>
          </a:p>
        </p:txBody>
      </p:sp>
      <p:pic>
        <p:nvPicPr>
          <p:cNvPr descr="insertingCard-ES.jpg" id="235" name="Google Shape;235;p20"/>
          <p:cNvPicPr preferRelativeResize="0"/>
          <p:nvPr/>
        </p:nvPicPr>
        <p:blipFill rotWithShape="1">
          <a:blip r:embed="rId5">
            <a:alphaModFix/>
          </a:blip>
          <a:srcRect b="0" l="0" r="0" t="0"/>
          <a:stretch/>
        </p:blipFill>
        <p:spPr>
          <a:xfrm>
            <a:off x="4562462" y="1546325"/>
            <a:ext cx="4581525" cy="3133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gtEl>
                                        <p:attrNameLst>
                                          <p:attrName>style.visibility</p:attrName>
                                        </p:attrNameLst>
                                      </p:cBhvr>
                                      <p:to>
                                        <p:strVal val="visible"/>
                                      </p:to>
                                    </p:set>
                                    <p:animEffect filter="fade" transition="in">
                                      <p:cBhvr>
                                        <p:cTn dur="1000"/>
                                        <p:tgtEl>
                                          <p:spTgt spid="2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231"/>
                                        </p:tgtEl>
                                      </p:cBhvr>
                                    </p:animEffect>
                                    <p:set>
                                      <p:cBhvr>
                                        <p:cTn dur="1" fill="hold">
                                          <p:stCondLst>
                                            <p:cond delay="1000"/>
                                          </p:stCondLst>
                                        </p:cTn>
                                        <p:tgtEl>
                                          <p:spTgt spid="23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1000"/>
                                        <p:tgtEl>
                                          <p:spTgt spid="2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235"/>
                                        </p:tgtEl>
                                      </p:cBhvr>
                                    </p:animEffect>
                                    <p:set>
                                      <p:cBhvr>
                                        <p:cTn dur="1" fill="hold">
                                          <p:stCondLst>
                                            <p:cond delay="1000"/>
                                          </p:stCondLst>
                                        </p:cTn>
                                        <p:tgtEl>
                                          <p:spTgt spid="23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pic>
        <p:nvPicPr>
          <p:cNvPr id="240" name="Google Shape;240;p21"/>
          <p:cNvPicPr preferRelativeResize="0"/>
          <p:nvPr/>
        </p:nvPicPr>
        <p:blipFill rotWithShape="1">
          <a:blip r:embed="rId3">
            <a:alphaModFix/>
          </a:blip>
          <a:srcRect b="0" l="0" r="0" t="0"/>
          <a:stretch/>
        </p:blipFill>
        <p:spPr>
          <a:xfrm>
            <a:off x="1433512" y="152400"/>
            <a:ext cx="6276975" cy="495300"/>
          </a:xfrm>
          <a:prstGeom prst="rect">
            <a:avLst/>
          </a:prstGeom>
          <a:noFill/>
          <a:ln>
            <a:noFill/>
          </a:ln>
        </p:spPr>
      </p:pic>
      <p:sp>
        <p:nvSpPr>
          <p:cNvPr id="241" name="Google Shape;241;p21"/>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Desarrollador de Software</a:t>
            </a:r>
            <a:endParaRPr/>
          </a:p>
        </p:txBody>
      </p:sp>
      <p:sp>
        <p:nvSpPr>
          <p:cNvPr id="242" name="Google Shape;242;p21"/>
          <p:cNvSpPr txBox="1"/>
          <p:nvPr/>
        </p:nvSpPr>
        <p:spPr>
          <a:xfrm>
            <a:off x="345300" y="1732325"/>
            <a:ext cx="8453400" cy="35562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1900"/>
              <a:buFont typeface="Roboto"/>
              <a:buNone/>
            </a:pPr>
            <a:r>
              <a:rPr b="0" i="0" lang="es" sz="1900" u="none" cap="none" strike="noStrike">
                <a:solidFill>
                  <a:srgbClr val="000000"/>
                </a:solidFill>
                <a:latin typeface="Roboto"/>
                <a:ea typeface="Roboto"/>
                <a:cs typeface="Roboto"/>
                <a:sym typeface="Roboto"/>
              </a:rPr>
              <a:t>Tarjetas de video</a:t>
            </a:r>
            <a:br>
              <a:rPr b="0" i="0" lang="es" sz="1900" u="none" cap="none" strike="noStrike">
                <a:solidFill>
                  <a:srgbClr val="000000"/>
                </a:solidFill>
                <a:latin typeface="Roboto"/>
                <a:ea typeface="Roboto"/>
                <a:cs typeface="Roboto"/>
                <a:sym typeface="Roboto"/>
              </a:rPr>
            </a:br>
            <a:r>
              <a:rPr b="0" i="0" lang="es" sz="1500" u="none" cap="none" strike="noStrike">
                <a:solidFill>
                  <a:srgbClr val="000000"/>
                </a:solidFill>
                <a:latin typeface="Roboto"/>
                <a:ea typeface="Roboto"/>
                <a:cs typeface="Roboto"/>
                <a:sym typeface="Roboto"/>
              </a:rPr>
              <a:t>Es una tarjeta para expansión de capacidades que sirve para procesar y otorgar mayor despliegue de gráficos en pantalla, por lo que libera al microprocesador y a la memoria RAM de estas actividades y les permite dedicarse a otras tareas.  La tarjeta de video se inserta dentro de las ranuras de expansión ó “Slots” integradas en la tarjeta principal (“Motherboard“) y se atornilla al gabinete para evitar movimientos y por ende fallas. Todas las tarjetas de video integran uno ó varios puertos para conectar los dispositivos externos tales como monitores CRT, pantallas LCD, proyectores, etc.</a:t>
            </a:r>
            <a:endParaRPr/>
          </a:p>
          <a:p>
            <a:pPr indent="0" lvl="0" marL="0" marR="0" rtl="0" algn="l">
              <a:lnSpc>
                <a:spcPct val="150000"/>
              </a:lnSpc>
              <a:spcBef>
                <a:spcPts val="0"/>
              </a:spcBef>
              <a:spcAft>
                <a:spcPts val="0"/>
              </a:spcAft>
              <a:buClr>
                <a:srgbClr val="000000"/>
              </a:buClr>
              <a:buSzPts val="1500"/>
              <a:buFont typeface="Arial"/>
              <a:buNone/>
            </a:pPr>
            <a:r>
              <a:t/>
            </a:r>
            <a:endParaRPr b="0" i="0" sz="1500" u="none" cap="none" strike="noStrike">
              <a:solidFill>
                <a:srgbClr val="000000"/>
              </a:solidFill>
              <a:latin typeface="Roboto"/>
              <a:ea typeface="Roboto"/>
              <a:cs typeface="Roboto"/>
              <a:sym typeface="Roboto"/>
            </a:endParaRPr>
          </a:p>
        </p:txBody>
      </p:sp>
      <p:sp>
        <p:nvSpPr>
          <p:cNvPr id="243" name="Google Shape;243;p21"/>
          <p:cNvSpPr txBox="1"/>
          <p:nvPr>
            <p:ph type="ctrTitle"/>
          </p:nvPr>
        </p:nvSpPr>
        <p:spPr>
          <a:xfrm>
            <a:off x="297425" y="367500"/>
            <a:ext cx="8641800" cy="989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Font typeface="Arial"/>
              <a:buNone/>
            </a:pPr>
            <a:r>
              <a:rPr lang="es" sz="4000">
                <a:solidFill>
                  <a:schemeClr val="accent6"/>
                </a:solidFill>
              </a:rPr>
              <a:t>Funcionamiento interno</a:t>
            </a:r>
            <a:endParaRPr/>
          </a:p>
        </p:txBody>
      </p:sp>
      <p:pic>
        <p:nvPicPr>
          <p:cNvPr descr="geforce_gtx_280_3waylarge.jpg" id="244" name="Google Shape;244;p21"/>
          <p:cNvPicPr preferRelativeResize="0"/>
          <p:nvPr/>
        </p:nvPicPr>
        <p:blipFill rotWithShape="1">
          <a:blip r:embed="rId4">
            <a:alphaModFix/>
          </a:blip>
          <a:srcRect b="0" l="0" r="0" t="0"/>
          <a:stretch/>
        </p:blipFill>
        <p:spPr>
          <a:xfrm>
            <a:off x="774425" y="1437412"/>
            <a:ext cx="4286250" cy="3286125"/>
          </a:xfrm>
          <a:prstGeom prst="rect">
            <a:avLst/>
          </a:prstGeom>
          <a:noFill/>
          <a:ln>
            <a:noFill/>
          </a:ln>
        </p:spPr>
      </p:pic>
      <p:pic>
        <p:nvPicPr>
          <p:cNvPr descr="images.jpg" id="245" name="Google Shape;245;p21"/>
          <p:cNvPicPr preferRelativeResize="0"/>
          <p:nvPr/>
        </p:nvPicPr>
        <p:blipFill rotWithShape="1">
          <a:blip r:embed="rId5">
            <a:alphaModFix/>
          </a:blip>
          <a:srcRect b="0" l="0" r="0" t="0"/>
          <a:stretch/>
        </p:blipFill>
        <p:spPr>
          <a:xfrm>
            <a:off x="5704527" y="1779902"/>
            <a:ext cx="2601174" cy="26011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242"/>
                                        </p:tgtEl>
                                      </p:cBhvr>
                                    </p:animEffect>
                                    <p:set>
                                      <p:cBhvr>
                                        <p:cTn dur="1" fill="hold">
                                          <p:stCondLst>
                                            <p:cond delay="1000"/>
                                          </p:stCondLst>
                                        </p:cTn>
                                        <p:tgtEl>
                                          <p:spTgt spid="24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1000"/>
                                        <p:tgtEl>
                                          <p:spTgt spid="2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gtEl>
                                        <p:attrNameLst>
                                          <p:attrName>style.visibility</p:attrName>
                                        </p:attrNameLst>
                                      </p:cBhvr>
                                      <p:to>
                                        <p:strVal val="visible"/>
                                      </p:to>
                                    </p:set>
                                    <p:animEffect filter="fade" transition="in">
                                      <p:cBhvr>
                                        <p:cTn dur="1000"/>
                                        <p:tgtEl>
                                          <p:spTgt spid="2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id="250" name="Google Shape;250;p22"/>
          <p:cNvPicPr preferRelativeResize="0"/>
          <p:nvPr/>
        </p:nvPicPr>
        <p:blipFill rotWithShape="1">
          <a:blip r:embed="rId3">
            <a:alphaModFix/>
          </a:blip>
          <a:srcRect b="0" l="0" r="0" t="0"/>
          <a:stretch/>
        </p:blipFill>
        <p:spPr>
          <a:xfrm>
            <a:off x="1433512" y="152400"/>
            <a:ext cx="6276975" cy="495300"/>
          </a:xfrm>
          <a:prstGeom prst="rect">
            <a:avLst/>
          </a:prstGeom>
          <a:noFill/>
          <a:ln>
            <a:noFill/>
          </a:ln>
        </p:spPr>
      </p:pic>
      <p:sp>
        <p:nvSpPr>
          <p:cNvPr id="251" name="Google Shape;251;p22"/>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Desarrollador de Software</a:t>
            </a:r>
            <a:endParaRPr/>
          </a:p>
        </p:txBody>
      </p:sp>
      <p:sp>
        <p:nvSpPr>
          <p:cNvPr id="252" name="Google Shape;252;p22"/>
          <p:cNvSpPr txBox="1"/>
          <p:nvPr/>
        </p:nvSpPr>
        <p:spPr>
          <a:xfrm>
            <a:off x="345300" y="1275125"/>
            <a:ext cx="8453400" cy="35562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1900"/>
              <a:buFont typeface="Roboto"/>
              <a:buNone/>
            </a:pPr>
            <a:r>
              <a:rPr b="0" i="0" lang="es" sz="1900" u="none" cap="none" strike="noStrike">
                <a:solidFill>
                  <a:srgbClr val="000000"/>
                </a:solidFill>
                <a:latin typeface="Roboto"/>
                <a:ea typeface="Roboto"/>
                <a:cs typeface="Roboto"/>
                <a:sym typeface="Roboto"/>
              </a:rPr>
              <a:t>Placas de video: </a:t>
            </a:r>
            <a:br>
              <a:rPr b="0" i="0" lang="es" sz="1900" u="none" cap="none" strike="noStrike">
                <a:solidFill>
                  <a:srgbClr val="000000"/>
                </a:solidFill>
                <a:latin typeface="Roboto"/>
                <a:ea typeface="Roboto"/>
                <a:cs typeface="Roboto"/>
                <a:sym typeface="Roboto"/>
              </a:rPr>
            </a:br>
            <a:r>
              <a:rPr b="0" i="0" lang="es" sz="1500" u="none" cap="none" strike="noStrike">
                <a:solidFill>
                  <a:srgbClr val="000000"/>
                </a:solidFill>
                <a:latin typeface="Roboto"/>
                <a:ea typeface="Roboto"/>
                <a:cs typeface="Roboto"/>
                <a:sym typeface="Roboto"/>
              </a:rPr>
              <a:t>Integran dentro de sí un circuito integrado ó chip encargado del proceso de gráficos, por lo que liberan al microprocesador de estas actividades, llamadoGPU/VPU.</a:t>
            </a:r>
            <a:endParaRPr/>
          </a:p>
          <a:p>
            <a:pPr indent="0" lvl="0" marL="0" marR="0" rtl="0" algn="just">
              <a:lnSpc>
                <a:spcPct val="150000"/>
              </a:lnSpc>
              <a:spcBef>
                <a:spcPts val="0"/>
              </a:spcBef>
              <a:spcAft>
                <a:spcPts val="0"/>
              </a:spcAft>
              <a:buClr>
                <a:schemeClr val="dk1"/>
              </a:buClr>
              <a:buSzPts val="1100"/>
              <a:buFont typeface="Arial"/>
              <a:buNone/>
            </a:pPr>
            <a:r>
              <a:rPr b="0" i="0" lang="es" sz="1500" u="none" cap="none" strike="noStrike">
                <a:solidFill>
                  <a:srgbClr val="000000"/>
                </a:solidFill>
                <a:latin typeface="Roboto"/>
                <a:ea typeface="Roboto"/>
                <a:cs typeface="Roboto"/>
                <a:sym typeface="Roboto"/>
              </a:rPr>
              <a:t>También integran memoria RAM  propia para evitar el consumo de la RAM principal.</a:t>
            </a:r>
            <a:endParaRPr/>
          </a:p>
          <a:p>
            <a:pPr indent="0" lvl="0" marL="0" marR="0" rtl="0" algn="just">
              <a:lnSpc>
                <a:spcPct val="150000"/>
              </a:lnSpc>
              <a:spcBef>
                <a:spcPts val="0"/>
              </a:spcBef>
              <a:spcAft>
                <a:spcPts val="0"/>
              </a:spcAft>
              <a:buClr>
                <a:schemeClr val="dk1"/>
              </a:buClr>
              <a:buSzPts val="1100"/>
              <a:buFont typeface="Arial"/>
              <a:buNone/>
            </a:pPr>
            <a:r>
              <a:rPr b="0" i="0" lang="es" sz="1500" u="none" cap="none" strike="noStrike">
                <a:solidFill>
                  <a:srgbClr val="000000"/>
                </a:solidFill>
                <a:latin typeface="Roboto"/>
                <a:ea typeface="Roboto"/>
                <a:cs typeface="Roboto"/>
                <a:sym typeface="Roboto"/>
              </a:rPr>
              <a:t>Tienen uno ó varios puertos para la conexión de los dispositivos externos como monitores y proyectores.</a:t>
            </a:r>
            <a:endParaRPr/>
          </a:p>
          <a:p>
            <a:pPr indent="0" lvl="0" marL="0" marR="0" rtl="0" algn="just">
              <a:lnSpc>
                <a:spcPct val="150000"/>
              </a:lnSpc>
              <a:spcBef>
                <a:spcPts val="0"/>
              </a:spcBef>
              <a:spcAft>
                <a:spcPts val="0"/>
              </a:spcAft>
              <a:buClr>
                <a:schemeClr val="dk1"/>
              </a:buClr>
              <a:buSzPts val="1100"/>
              <a:buFont typeface="Arial"/>
              <a:buNone/>
            </a:pPr>
            <a:r>
              <a:rPr b="0" i="0" lang="es" sz="1500" u="none" cap="none" strike="noStrike">
                <a:solidFill>
                  <a:srgbClr val="000000"/>
                </a:solidFill>
                <a:latin typeface="Roboto"/>
                <a:ea typeface="Roboto"/>
                <a:cs typeface="Roboto"/>
                <a:sym typeface="Roboto"/>
              </a:rPr>
              <a:t>Cuentan con un conector especial que permite insertarlas en las ranuras de expansión de la tarjeta principal.</a:t>
            </a:r>
            <a:endParaRPr/>
          </a:p>
          <a:p>
            <a:pPr indent="0" lvl="0" marL="0" marR="0" rtl="0" algn="just">
              <a:lnSpc>
                <a:spcPct val="150000"/>
              </a:lnSpc>
              <a:spcBef>
                <a:spcPts val="0"/>
              </a:spcBef>
              <a:spcAft>
                <a:spcPts val="0"/>
              </a:spcAft>
              <a:buClr>
                <a:schemeClr val="dk1"/>
              </a:buClr>
              <a:buSzPts val="1100"/>
              <a:buFont typeface="Arial"/>
              <a:buNone/>
            </a:pPr>
            <a:r>
              <a:rPr b="0" i="0" lang="es" sz="1500" u="none" cap="none" strike="noStrike">
                <a:solidFill>
                  <a:srgbClr val="000000"/>
                </a:solidFill>
                <a:latin typeface="Roboto"/>
                <a:ea typeface="Roboto"/>
                <a:cs typeface="Roboto"/>
                <a:sym typeface="Roboto"/>
              </a:rPr>
              <a:t>Pueden convivir con las tarjetas de video integradas en la tarjeta principal, ya que al instalarlas, reemplazan su lugar en el sistema.</a:t>
            </a:r>
            <a:endParaRPr/>
          </a:p>
          <a:p>
            <a:pPr indent="0" lvl="0" marL="0" marR="0" rtl="0" algn="just">
              <a:lnSpc>
                <a:spcPct val="150000"/>
              </a:lnSpc>
              <a:spcBef>
                <a:spcPts val="0"/>
              </a:spcBef>
              <a:spcAft>
                <a:spcPts val="0"/>
              </a:spcAft>
              <a:buClr>
                <a:srgbClr val="000000"/>
              </a:buClr>
              <a:buSzPts val="1500"/>
              <a:buFont typeface="Arial"/>
              <a:buNone/>
            </a:pPr>
            <a:r>
              <a:t/>
            </a:r>
            <a:endParaRPr b="0" i="0" sz="15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500"/>
              <a:buFont typeface="Arial"/>
              <a:buNone/>
            </a:pPr>
            <a:r>
              <a:t/>
            </a:r>
            <a:endParaRPr b="0" i="0" sz="1500" u="none" cap="none" strike="noStrike">
              <a:solidFill>
                <a:srgbClr val="000000"/>
              </a:solidFill>
              <a:latin typeface="Roboto"/>
              <a:ea typeface="Roboto"/>
              <a:cs typeface="Roboto"/>
              <a:sym typeface="Roboto"/>
            </a:endParaRPr>
          </a:p>
        </p:txBody>
      </p:sp>
      <p:sp>
        <p:nvSpPr>
          <p:cNvPr id="253" name="Google Shape;253;p22"/>
          <p:cNvSpPr txBox="1"/>
          <p:nvPr>
            <p:ph type="ctrTitle"/>
          </p:nvPr>
        </p:nvSpPr>
        <p:spPr>
          <a:xfrm>
            <a:off x="297425" y="367500"/>
            <a:ext cx="8641800" cy="989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Font typeface="Arial"/>
              <a:buNone/>
            </a:pPr>
            <a:r>
              <a:rPr lang="es" sz="4000">
                <a:solidFill>
                  <a:schemeClr val="accent6"/>
                </a:solidFill>
              </a:rPr>
              <a:t>Funcionamiento interno</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id="258" name="Google Shape;258;p23"/>
          <p:cNvPicPr preferRelativeResize="0"/>
          <p:nvPr/>
        </p:nvPicPr>
        <p:blipFill rotWithShape="1">
          <a:blip r:embed="rId3">
            <a:alphaModFix/>
          </a:blip>
          <a:srcRect b="0" l="0" r="0" t="0"/>
          <a:stretch/>
        </p:blipFill>
        <p:spPr>
          <a:xfrm>
            <a:off x="1433512" y="152400"/>
            <a:ext cx="6276975" cy="495300"/>
          </a:xfrm>
          <a:prstGeom prst="rect">
            <a:avLst/>
          </a:prstGeom>
          <a:noFill/>
          <a:ln>
            <a:noFill/>
          </a:ln>
        </p:spPr>
      </p:pic>
      <p:sp>
        <p:nvSpPr>
          <p:cNvPr id="259" name="Google Shape;259;p23"/>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Desarrollador de Software</a:t>
            </a:r>
            <a:endParaRPr/>
          </a:p>
        </p:txBody>
      </p:sp>
      <p:sp>
        <p:nvSpPr>
          <p:cNvPr id="260" name="Google Shape;260;p23"/>
          <p:cNvSpPr txBox="1"/>
          <p:nvPr/>
        </p:nvSpPr>
        <p:spPr>
          <a:xfrm>
            <a:off x="192875" y="1122725"/>
            <a:ext cx="8850900" cy="35562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1500"/>
              <a:buFont typeface="Roboto"/>
              <a:buNone/>
            </a:pPr>
            <a:r>
              <a:rPr b="0" i="0" lang="es" sz="1500" u="none" cap="none" strike="noStrike">
                <a:solidFill>
                  <a:srgbClr val="000000"/>
                </a:solidFill>
                <a:latin typeface="Roboto"/>
                <a:ea typeface="Roboto"/>
                <a:cs typeface="Roboto"/>
                <a:sym typeface="Roboto"/>
              </a:rPr>
              <a:t>Tipos de procesador integrado GPU/VPU y capacidades  </a:t>
            </a:r>
            <a:br>
              <a:rPr b="0" i="0" lang="es" sz="1500" u="none" cap="none" strike="noStrike">
                <a:solidFill>
                  <a:srgbClr val="000000"/>
                </a:solidFill>
                <a:latin typeface="Roboto"/>
                <a:ea typeface="Roboto"/>
                <a:cs typeface="Roboto"/>
                <a:sym typeface="Roboto"/>
              </a:rPr>
            </a:br>
            <a:r>
              <a:rPr b="0" i="0" lang="es" sz="1500" u="none" cap="none" strike="noStrike">
                <a:solidFill>
                  <a:srgbClr val="000000"/>
                </a:solidFill>
                <a:latin typeface="Roboto"/>
                <a:ea typeface="Roboto"/>
                <a:cs typeface="Roboto"/>
                <a:sym typeface="Roboto"/>
              </a:rPr>
              <a:t>Hay 2 siglas para este tipo de procesadores de gráficos, acuñadas por 2 empresas dominantes actualmente: GPU (“Graphics Process Unity“) ó unidad de proceso de gráficos y VPU (“Visual Processing Unity“) ó unidad de proceso visual. Independientemente de la forma que se le quiera denominar, este circuito libera de esa actividad al microprocesador y le permite dedicarse a otras tareas del sistema haciendo más eficiente al equipo. Estos procesadores de gráficos actualmente tienden a sobrecalentarse, por lo que se les coloca un disipador de calor con su respectivo ventilador. Anteriormente dominaban el mercado varias marcas, entre ellas una llamada Trident®, pero actualmente son 2 marcas de circuitos dominantes.</a:t>
            </a:r>
            <a:br>
              <a:rPr b="0" i="0" lang="es" sz="1500" u="none" cap="none" strike="noStrike">
                <a:solidFill>
                  <a:srgbClr val="000000"/>
                </a:solidFill>
                <a:latin typeface="Roboto"/>
                <a:ea typeface="Roboto"/>
                <a:cs typeface="Roboto"/>
                <a:sym typeface="Roboto"/>
              </a:rPr>
            </a:br>
            <a:r>
              <a:rPr b="0" i="0" lang="es" sz="1400" u="none" cap="none" strike="noStrike">
                <a:solidFill>
                  <a:srgbClr val="000000"/>
                </a:solidFill>
                <a:latin typeface="Roboto"/>
                <a:ea typeface="Roboto"/>
                <a:cs typeface="Roboto"/>
                <a:sym typeface="Roboto"/>
              </a:rPr>
              <a:t>ATI Radeon (“Array Tecnologies Inc.”) de la empresa fabricadora de procesadores AMD®</a:t>
            </a:r>
            <a:br>
              <a:rPr b="0" i="0" lang="es" sz="1400" u="none" cap="none" strike="noStrike">
                <a:solidFill>
                  <a:srgbClr val="000000"/>
                </a:solidFill>
                <a:latin typeface="Roboto"/>
                <a:ea typeface="Roboto"/>
                <a:cs typeface="Roboto"/>
                <a:sym typeface="Roboto"/>
              </a:rPr>
            </a:br>
            <a:r>
              <a:rPr b="0" i="0" lang="es" sz="1400" u="none" cap="none" strike="noStrike">
                <a:solidFill>
                  <a:srgbClr val="000000"/>
                </a:solidFill>
                <a:latin typeface="Roboto"/>
                <a:ea typeface="Roboto"/>
                <a:cs typeface="Roboto"/>
                <a:sym typeface="Roboto"/>
              </a:rPr>
              <a:t>GeForce: de la empresa Nvidia® fabricante de unidades de procesamiento gráfico.</a:t>
            </a:r>
            <a:br>
              <a:rPr b="0" i="0" lang="es" sz="1300" u="none" cap="none" strike="noStrike">
                <a:solidFill>
                  <a:srgbClr val="000000"/>
                </a:solidFill>
                <a:latin typeface="Roboto"/>
                <a:ea typeface="Roboto"/>
                <a:cs typeface="Roboto"/>
                <a:sym typeface="Roboto"/>
              </a:rPr>
            </a:br>
            <a:endParaRPr/>
          </a:p>
          <a:p>
            <a:pPr indent="0" lvl="0" marL="0" marR="0" rtl="0" algn="l">
              <a:lnSpc>
                <a:spcPct val="150000"/>
              </a:lnSpc>
              <a:spcBef>
                <a:spcPts val="0"/>
              </a:spcBef>
              <a:spcAft>
                <a:spcPts val="0"/>
              </a:spcAft>
              <a:buClr>
                <a:srgbClr val="000000"/>
              </a:buClr>
              <a:buSzPts val="1500"/>
              <a:buFont typeface="Arial"/>
              <a:buNone/>
            </a:pPr>
            <a:r>
              <a:t/>
            </a:r>
            <a:endParaRPr b="0" i="0" sz="1500" u="none" cap="none" strike="noStrike">
              <a:solidFill>
                <a:srgbClr val="000000"/>
              </a:solidFill>
              <a:latin typeface="Roboto"/>
              <a:ea typeface="Roboto"/>
              <a:cs typeface="Roboto"/>
              <a:sym typeface="Roboto"/>
            </a:endParaRPr>
          </a:p>
        </p:txBody>
      </p:sp>
      <p:sp>
        <p:nvSpPr>
          <p:cNvPr id="261" name="Google Shape;261;p23"/>
          <p:cNvSpPr txBox="1"/>
          <p:nvPr>
            <p:ph type="ctrTitle"/>
          </p:nvPr>
        </p:nvSpPr>
        <p:spPr>
          <a:xfrm>
            <a:off x="297425" y="291300"/>
            <a:ext cx="8641800" cy="989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Font typeface="Arial"/>
              <a:buNone/>
            </a:pPr>
            <a:r>
              <a:rPr lang="es" sz="4000">
                <a:solidFill>
                  <a:schemeClr val="accent6"/>
                </a:solidFill>
              </a:rPr>
              <a:t>Placas de video</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pic>
        <p:nvPicPr>
          <p:cNvPr id="266" name="Google Shape;266;p24"/>
          <p:cNvPicPr preferRelativeResize="0"/>
          <p:nvPr/>
        </p:nvPicPr>
        <p:blipFill rotWithShape="1">
          <a:blip r:embed="rId3">
            <a:alphaModFix/>
          </a:blip>
          <a:srcRect b="0" l="0" r="0" t="0"/>
          <a:stretch/>
        </p:blipFill>
        <p:spPr>
          <a:xfrm>
            <a:off x="1433512" y="152400"/>
            <a:ext cx="6276975" cy="495300"/>
          </a:xfrm>
          <a:prstGeom prst="rect">
            <a:avLst/>
          </a:prstGeom>
          <a:noFill/>
          <a:ln>
            <a:noFill/>
          </a:ln>
        </p:spPr>
      </p:pic>
      <p:sp>
        <p:nvSpPr>
          <p:cNvPr id="267" name="Google Shape;267;p24"/>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Desarrollador de Software</a:t>
            </a:r>
            <a:endParaRPr/>
          </a:p>
        </p:txBody>
      </p:sp>
      <p:sp>
        <p:nvSpPr>
          <p:cNvPr id="268" name="Google Shape;268;p24"/>
          <p:cNvSpPr txBox="1"/>
          <p:nvPr>
            <p:ph type="ctrTitle"/>
          </p:nvPr>
        </p:nvSpPr>
        <p:spPr>
          <a:xfrm>
            <a:off x="297425" y="367500"/>
            <a:ext cx="8641800" cy="989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Font typeface="Arial"/>
              <a:buNone/>
            </a:pPr>
            <a:r>
              <a:rPr lang="es" sz="4000">
                <a:solidFill>
                  <a:schemeClr val="accent6"/>
                </a:solidFill>
              </a:rPr>
              <a:t>Funcionamiento interno </a:t>
            </a:r>
            <a:endParaRPr/>
          </a:p>
        </p:txBody>
      </p:sp>
      <p:sp>
        <p:nvSpPr>
          <p:cNvPr id="269" name="Google Shape;269;p24"/>
          <p:cNvSpPr txBox="1"/>
          <p:nvPr/>
        </p:nvSpPr>
        <p:spPr>
          <a:xfrm>
            <a:off x="159312" y="1888500"/>
            <a:ext cx="8825400" cy="2585700"/>
          </a:xfrm>
          <a:prstGeom prst="rect">
            <a:avLst/>
          </a:prstGeom>
          <a:noFill/>
          <a:ln>
            <a:noFill/>
          </a:ln>
        </p:spPr>
        <p:txBody>
          <a:bodyPr anchorCtr="0" anchor="t" bIns="91425" lIns="91425" spcFirstLastPara="1" rIns="91425" wrap="square" tIns="91425">
            <a:noAutofit/>
          </a:bodyPr>
          <a:lstStyle/>
          <a:p>
            <a:pPr indent="0" lvl="0" marL="0" marR="0" rtl="0" algn="just">
              <a:lnSpc>
                <a:spcPct val="150000"/>
              </a:lnSpc>
              <a:spcBef>
                <a:spcPts val="0"/>
              </a:spcBef>
              <a:spcAft>
                <a:spcPts val="0"/>
              </a:spcAft>
              <a:buClr>
                <a:srgbClr val="000000"/>
              </a:buClr>
              <a:buSzPts val="2000"/>
              <a:buFont typeface="Roboto"/>
              <a:buNone/>
            </a:pPr>
            <a:r>
              <a:rPr b="0" i="0" lang="es" sz="2000" u="none" cap="none" strike="noStrike">
                <a:solidFill>
                  <a:srgbClr val="000000"/>
                </a:solidFill>
                <a:latin typeface="Roboto"/>
                <a:ea typeface="Roboto"/>
                <a:cs typeface="Roboto"/>
                <a:sym typeface="Roboto"/>
              </a:rPr>
              <a:t>¿Socket y Chipset ? </a:t>
            </a:r>
            <a:endParaRPr/>
          </a:p>
          <a:p>
            <a:pPr indent="0" lvl="0" marL="0" marR="0" rtl="0" algn="just">
              <a:lnSpc>
                <a:spcPct val="150000"/>
              </a:lnSpc>
              <a:spcBef>
                <a:spcPts val="0"/>
              </a:spcBef>
              <a:spcAft>
                <a:spcPts val="0"/>
              </a:spcAft>
              <a:buClr>
                <a:srgbClr val="000000"/>
              </a:buClr>
              <a:buSzPts val="1900"/>
              <a:buFont typeface="Roboto"/>
              <a:buNone/>
            </a:pPr>
            <a:r>
              <a:rPr b="0" i="0" lang="es" sz="1900" u="none" cap="none" strike="noStrike">
                <a:solidFill>
                  <a:srgbClr val="000000"/>
                </a:solidFill>
                <a:latin typeface="Roboto"/>
                <a:ea typeface="Roboto"/>
                <a:cs typeface="Roboto"/>
                <a:sym typeface="Roboto"/>
              </a:rPr>
              <a:t>El socket es la ranura (zócalo) donde se coloca el procesador en la placa base. Normalmente los procesadores solo entran en un socket, pero algunas veces las placas soportan otros sockets que salen al mercado después, mediante una actualización de la BIOS. </a:t>
            </a:r>
            <a:endParaRPr/>
          </a:p>
        </p:txBody>
      </p:sp>
      <p:pic>
        <p:nvPicPr>
          <p:cNvPr descr="socket-2011.jpg" id="270" name="Google Shape;270;p24"/>
          <p:cNvPicPr preferRelativeResize="0"/>
          <p:nvPr/>
        </p:nvPicPr>
        <p:blipFill rotWithShape="1">
          <a:blip r:embed="rId4">
            <a:alphaModFix/>
          </a:blip>
          <a:srcRect b="0" l="0" r="0" t="0"/>
          <a:stretch/>
        </p:blipFill>
        <p:spPr>
          <a:xfrm>
            <a:off x="2237075" y="1653375"/>
            <a:ext cx="4762500" cy="3162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269"/>
                                        </p:tgtEl>
                                      </p:cBhvr>
                                    </p:animEffect>
                                    <p:set>
                                      <p:cBhvr>
                                        <p:cTn dur="1" fill="hold">
                                          <p:stCondLst>
                                            <p:cond delay="1000"/>
                                          </p:stCondLst>
                                        </p:cTn>
                                        <p:tgtEl>
                                          <p:spTgt spid="26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1000"/>
                                        <p:tgtEl>
                                          <p:spTgt spid="2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pic>
        <p:nvPicPr>
          <p:cNvPr id="275" name="Google Shape;275;p25"/>
          <p:cNvPicPr preferRelativeResize="0"/>
          <p:nvPr/>
        </p:nvPicPr>
        <p:blipFill rotWithShape="1">
          <a:blip r:embed="rId3">
            <a:alphaModFix/>
          </a:blip>
          <a:srcRect b="0" l="0" r="0" t="0"/>
          <a:stretch/>
        </p:blipFill>
        <p:spPr>
          <a:xfrm>
            <a:off x="1433512" y="152400"/>
            <a:ext cx="6276975" cy="495300"/>
          </a:xfrm>
          <a:prstGeom prst="rect">
            <a:avLst/>
          </a:prstGeom>
          <a:noFill/>
          <a:ln>
            <a:noFill/>
          </a:ln>
        </p:spPr>
      </p:pic>
      <p:sp>
        <p:nvSpPr>
          <p:cNvPr id="276" name="Google Shape;276;p25"/>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Desarrollador de Software</a:t>
            </a:r>
            <a:endParaRPr/>
          </a:p>
        </p:txBody>
      </p:sp>
      <p:sp>
        <p:nvSpPr>
          <p:cNvPr id="277" name="Google Shape;277;p25"/>
          <p:cNvSpPr txBox="1"/>
          <p:nvPr/>
        </p:nvSpPr>
        <p:spPr>
          <a:xfrm>
            <a:off x="156900" y="2646725"/>
            <a:ext cx="8850900" cy="1578600"/>
          </a:xfrm>
          <a:prstGeom prst="rect">
            <a:avLst/>
          </a:prstGeom>
          <a:noFill/>
          <a:ln>
            <a:noFill/>
          </a:ln>
        </p:spPr>
        <p:txBody>
          <a:bodyPr anchorCtr="0" anchor="t" bIns="91425" lIns="91425" spcFirstLastPara="1" rIns="91425" wrap="square" tIns="91425">
            <a:noAutofit/>
          </a:bodyPr>
          <a:lstStyle/>
          <a:p>
            <a:pPr indent="0" lvl="0" marL="0" marR="0" rtl="0" algn="just">
              <a:lnSpc>
                <a:spcPct val="150000"/>
              </a:lnSpc>
              <a:spcBef>
                <a:spcPts val="0"/>
              </a:spcBef>
              <a:spcAft>
                <a:spcPts val="0"/>
              </a:spcAft>
              <a:buClr>
                <a:srgbClr val="000000"/>
              </a:buClr>
              <a:buSzPts val="1500"/>
              <a:buFont typeface="Roboto"/>
              <a:buNone/>
            </a:pPr>
            <a:r>
              <a:rPr b="0" i="0" lang="es" sz="1500" u="none" cap="none" strike="noStrike">
                <a:solidFill>
                  <a:srgbClr val="000000"/>
                </a:solidFill>
                <a:latin typeface="Roboto"/>
                <a:ea typeface="Roboto"/>
                <a:cs typeface="Roboto"/>
                <a:sym typeface="Roboto"/>
              </a:rPr>
              <a:t>Un puerto es una conexión o un enchufe, el cual es utilizado para conectar dispositivos de hardware como impresoras o mouse, permitiendo el intercambio de datos con otros dispositivos.</a:t>
            </a:r>
            <a:br>
              <a:rPr b="0" i="0" lang="es" sz="1500" u="none" cap="none" strike="noStrike">
                <a:solidFill>
                  <a:srgbClr val="000000"/>
                </a:solidFill>
                <a:latin typeface="Roboto"/>
                <a:ea typeface="Roboto"/>
                <a:cs typeface="Roboto"/>
                <a:sym typeface="Roboto"/>
              </a:rPr>
            </a:br>
            <a:r>
              <a:rPr b="0" i="0" lang="es" sz="1500" u="none" cap="none" strike="noStrike">
                <a:solidFill>
                  <a:srgbClr val="000000"/>
                </a:solidFill>
                <a:latin typeface="Roboto"/>
                <a:ea typeface="Roboto"/>
                <a:cs typeface="Roboto"/>
                <a:sym typeface="Roboto"/>
              </a:rPr>
              <a:t>Normalmente estos puertos se encuentran en la parte trasera del computador, aunque en la actualidad muchos computadores incorporan puertos USB y audio en la parte delantera.</a:t>
            </a:r>
            <a:br>
              <a:rPr b="0" i="0" lang="es" sz="1500" u="none" cap="none" strike="noStrike">
                <a:solidFill>
                  <a:srgbClr val="000000"/>
                </a:solidFill>
                <a:latin typeface="Roboto"/>
                <a:ea typeface="Roboto"/>
                <a:cs typeface="Roboto"/>
                <a:sym typeface="Roboto"/>
              </a:rPr>
            </a:br>
            <a:br>
              <a:rPr b="0" i="0" lang="es" sz="1500" u="none" cap="none" strike="noStrike">
                <a:solidFill>
                  <a:srgbClr val="000000"/>
                </a:solidFill>
                <a:latin typeface="Roboto"/>
                <a:ea typeface="Roboto"/>
                <a:cs typeface="Roboto"/>
                <a:sym typeface="Roboto"/>
              </a:rPr>
            </a:br>
            <a:endParaRPr/>
          </a:p>
          <a:p>
            <a:pPr indent="0" lvl="0" marL="0" marR="0" rtl="0" algn="l">
              <a:lnSpc>
                <a:spcPct val="150000"/>
              </a:lnSpc>
              <a:spcBef>
                <a:spcPts val="0"/>
              </a:spcBef>
              <a:spcAft>
                <a:spcPts val="0"/>
              </a:spcAft>
              <a:buClr>
                <a:srgbClr val="000000"/>
              </a:buClr>
              <a:buSzPts val="1500"/>
              <a:buFont typeface="Arial"/>
              <a:buNone/>
            </a:pPr>
            <a:r>
              <a:t/>
            </a:r>
            <a:endParaRPr b="0" i="0" sz="1500" u="none" cap="none" strike="noStrike">
              <a:solidFill>
                <a:srgbClr val="000000"/>
              </a:solidFill>
              <a:latin typeface="Roboto"/>
              <a:ea typeface="Roboto"/>
              <a:cs typeface="Roboto"/>
              <a:sym typeface="Roboto"/>
            </a:endParaRPr>
          </a:p>
        </p:txBody>
      </p:sp>
      <p:sp>
        <p:nvSpPr>
          <p:cNvPr id="278" name="Google Shape;278;p25"/>
          <p:cNvSpPr txBox="1"/>
          <p:nvPr>
            <p:ph type="ctrTitle"/>
          </p:nvPr>
        </p:nvSpPr>
        <p:spPr>
          <a:xfrm>
            <a:off x="297425" y="291300"/>
            <a:ext cx="8641800" cy="989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Font typeface="Arial"/>
              <a:buNone/>
            </a:pPr>
            <a:r>
              <a:rPr lang="es" sz="4000">
                <a:solidFill>
                  <a:schemeClr val="accent6"/>
                </a:solidFill>
              </a:rPr>
              <a:t>Puertos y conectores externos</a:t>
            </a:r>
            <a:endParaRPr/>
          </a:p>
        </p:txBody>
      </p:sp>
      <p:sp>
        <p:nvSpPr>
          <p:cNvPr id="279" name="Google Shape;279;p25"/>
          <p:cNvSpPr txBox="1"/>
          <p:nvPr/>
        </p:nvSpPr>
        <p:spPr>
          <a:xfrm>
            <a:off x="148750" y="1077550"/>
            <a:ext cx="8790600" cy="13188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b="0" i="0" lang="es" sz="1500" u="none" cap="none" strike="noStrike">
                <a:solidFill>
                  <a:schemeClr val="dk1"/>
                </a:solidFill>
                <a:latin typeface="Roboto"/>
                <a:ea typeface="Roboto"/>
                <a:cs typeface="Roboto"/>
                <a:sym typeface="Roboto"/>
              </a:rPr>
              <a:t>También podemos definir un puerto como una forma genérica de denominar a una interfaz a través de la cual los diferentes tipos de datos se pueden enviar y recibir. Dicha interfaz puede ser de tipo físico (puerto externo), o puede ser a nivel de software, por ejemplo, los puertos que permiten la transmisión de datos entre diferentes computadoras, en cuyo caso se usa frecuentemente el término puerto lógico (puertos internos).</a:t>
            </a:r>
            <a:br>
              <a:rPr b="0" i="0" lang="es" sz="1500" u="none" cap="none" strike="noStrike">
                <a:solidFill>
                  <a:schemeClr val="dk1"/>
                </a:solidFill>
                <a:latin typeface="Roboto"/>
                <a:ea typeface="Roboto"/>
                <a:cs typeface="Roboto"/>
                <a:sym typeface="Roboto"/>
              </a:rPr>
            </a:br>
            <a:br>
              <a:rPr b="0" i="0" lang="es" sz="1500" u="none" cap="none" strike="noStrike">
                <a:solidFill>
                  <a:schemeClr val="dk1"/>
                </a:solidFill>
                <a:latin typeface="Roboto"/>
                <a:ea typeface="Roboto"/>
                <a:cs typeface="Roboto"/>
                <a:sym typeface="Roboto"/>
              </a:rPr>
            </a:br>
            <a:r>
              <a:rPr b="0" i="0" lang="es" sz="1500" u="none" cap="none" strike="noStrike">
                <a:solidFill>
                  <a:schemeClr val="dk1"/>
                </a:solidFill>
                <a:latin typeface="Roboto"/>
                <a:ea typeface="Roboto"/>
                <a:cs typeface="Roboto"/>
                <a:sym typeface="Roboto"/>
              </a:rPr>
              <a:t>A continuación se citan algunos tipos de puertos externos:</a:t>
            </a:r>
            <a:br>
              <a:rPr b="0" i="0" lang="es" sz="1500" u="none" cap="none" strike="noStrike">
                <a:solidFill>
                  <a:schemeClr val="dk1"/>
                </a:solidFill>
                <a:latin typeface="Roboto"/>
                <a:ea typeface="Roboto"/>
                <a:cs typeface="Roboto"/>
                <a:sym typeface="Roboto"/>
              </a:rPr>
            </a:br>
            <a:r>
              <a:rPr b="0" i="0" lang="es" sz="1500" u="none" cap="none" strike="noStrike">
                <a:solidFill>
                  <a:schemeClr val="dk1"/>
                </a:solidFill>
                <a:latin typeface="Roboto"/>
                <a:ea typeface="Roboto"/>
                <a:cs typeface="Roboto"/>
                <a:sym typeface="Roboto"/>
              </a:rPr>
              <a:t>·         Paralelo y Serie.</a:t>
            </a:r>
            <a:br>
              <a:rPr b="0" i="0" lang="es" sz="1500" u="none" cap="none" strike="noStrike">
                <a:solidFill>
                  <a:schemeClr val="dk1"/>
                </a:solidFill>
                <a:latin typeface="Roboto"/>
                <a:ea typeface="Roboto"/>
                <a:cs typeface="Roboto"/>
                <a:sym typeface="Roboto"/>
              </a:rPr>
            </a:br>
            <a:r>
              <a:rPr b="0" i="0" lang="es" sz="1500" u="none" cap="none" strike="noStrike">
                <a:solidFill>
                  <a:schemeClr val="dk1"/>
                </a:solidFill>
                <a:latin typeface="Roboto"/>
                <a:ea typeface="Roboto"/>
                <a:cs typeface="Roboto"/>
                <a:sym typeface="Roboto"/>
              </a:rPr>
              <a:t>·         Conectores de Teclado y Mouse</a:t>
            </a:r>
            <a:br>
              <a:rPr b="0" i="0" lang="es" sz="1500" u="none" cap="none" strike="noStrike">
                <a:solidFill>
                  <a:schemeClr val="dk1"/>
                </a:solidFill>
                <a:latin typeface="Roboto"/>
                <a:ea typeface="Roboto"/>
                <a:cs typeface="Roboto"/>
                <a:sym typeface="Roboto"/>
              </a:rPr>
            </a:br>
            <a:r>
              <a:rPr b="0" i="0" lang="es" sz="1500" u="none" cap="none" strike="noStrike">
                <a:solidFill>
                  <a:schemeClr val="dk1"/>
                </a:solidFill>
                <a:latin typeface="Roboto"/>
                <a:ea typeface="Roboto"/>
                <a:cs typeface="Roboto"/>
                <a:sym typeface="Roboto"/>
              </a:rPr>
              <a:t>·         Conectores de Video</a:t>
            </a:r>
            <a:br>
              <a:rPr b="0" i="0" lang="es" sz="1500" u="none" cap="none" strike="noStrike">
                <a:solidFill>
                  <a:schemeClr val="dk1"/>
                </a:solidFill>
                <a:latin typeface="Roboto"/>
                <a:ea typeface="Roboto"/>
                <a:cs typeface="Roboto"/>
                <a:sym typeface="Roboto"/>
              </a:rPr>
            </a:br>
            <a:r>
              <a:rPr b="0" i="0" lang="es" sz="1500" u="none" cap="none" strike="noStrike">
                <a:solidFill>
                  <a:schemeClr val="dk1"/>
                </a:solidFill>
                <a:latin typeface="Roboto"/>
                <a:ea typeface="Roboto"/>
                <a:cs typeface="Roboto"/>
                <a:sym typeface="Roboto"/>
              </a:rPr>
              <a:t>·         Puertos U. S. B.</a:t>
            </a:r>
            <a:br>
              <a:rPr b="0" i="0" lang="es" sz="1500" u="none" cap="none" strike="noStrike">
                <a:solidFill>
                  <a:schemeClr val="dk1"/>
                </a:solidFill>
                <a:latin typeface="Roboto"/>
                <a:ea typeface="Roboto"/>
                <a:cs typeface="Roboto"/>
                <a:sym typeface="Roboto"/>
              </a:rPr>
            </a:br>
            <a:r>
              <a:rPr b="0" i="0" lang="es" sz="1500" u="none" cap="none" strike="noStrike">
                <a:solidFill>
                  <a:schemeClr val="dk1"/>
                </a:solidFill>
                <a:latin typeface="Roboto"/>
                <a:ea typeface="Roboto"/>
                <a:cs typeface="Roboto"/>
                <a:sym typeface="Roboto"/>
              </a:rPr>
              <a:t>·         Puertos Firewire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277"/>
                                        </p:tgtEl>
                                      </p:cBhvr>
                                    </p:animEffect>
                                    <p:set>
                                      <p:cBhvr>
                                        <p:cTn dur="1" fill="hold">
                                          <p:stCondLst>
                                            <p:cond delay="1000"/>
                                          </p:stCondLst>
                                        </p:cTn>
                                        <p:tgtEl>
                                          <p:spTgt spid="27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1000"/>
                                        <p:tgtEl>
                                          <p:spTgt spid="2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pic>
        <p:nvPicPr>
          <p:cNvPr id="284" name="Google Shape;284;p26"/>
          <p:cNvPicPr preferRelativeResize="0"/>
          <p:nvPr/>
        </p:nvPicPr>
        <p:blipFill rotWithShape="1">
          <a:blip r:embed="rId3">
            <a:alphaModFix/>
          </a:blip>
          <a:srcRect b="0" l="0" r="0" t="0"/>
          <a:stretch/>
        </p:blipFill>
        <p:spPr>
          <a:xfrm>
            <a:off x="1433512" y="152400"/>
            <a:ext cx="6276975" cy="495300"/>
          </a:xfrm>
          <a:prstGeom prst="rect">
            <a:avLst/>
          </a:prstGeom>
          <a:noFill/>
          <a:ln>
            <a:noFill/>
          </a:ln>
        </p:spPr>
      </p:pic>
      <p:sp>
        <p:nvSpPr>
          <p:cNvPr id="285" name="Google Shape;285;p26"/>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Desarrollador de Software</a:t>
            </a:r>
            <a:endParaRPr/>
          </a:p>
        </p:txBody>
      </p:sp>
      <p:sp>
        <p:nvSpPr>
          <p:cNvPr id="286" name="Google Shape;286;p26"/>
          <p:cNvSpPr txBox="1"/>
          <p:nvPr>
            <p:ph type="ctrTitle"/>
          </p:nvPr>
        </p:nvSpPr>
        <p:spPr>
          <a:xfrm>
            <a:off x="297425" y="367500"/>
            <a:ext cx="8641800" cy="989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Font typeface="Arial"/>
              <a:buNone/>
            </a:pPr>
            <a:r>
              <a:rPr lang="es" sz="4000">
                <a:solidFill>
                  <a:schemeClr val="accent6"/>
                </a:solidFill>
              </a:rPr>
              <a:t>Puertos y conectores externos</a:t>
            </a:r>
            <a:endParaRPr/>
          </a:p>
        </p:txBody>
      </p:sp>
      <p:pic>
        <p:nvPicPr>
          <p:cNvPr descr="Conectores.jpg" id="287" name="Google Shape;287;p26"/>
          <p:cNvPicPr preferRelativeResize="0"/>
          <p:nvPr/>
        </p:nvPicPr>
        <p:blipFill rotWithShape="1">
          <a:blip r:embed="rId4">
            <a:alphaModFix/>
          </a:blip>
          <a:srcRect b="0" l="0" r="0" t="0"/>
          <a:stretch/>
        </p:blipFill>
        <p:spPr>
          <a:xfrm>
            <a:off x="1662112" y="1295400"/>
            <a:ext cx="5819775" cy="37719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pic>
        <p:nvPicPr>
          <p:cNvPr descr="img1_fuente-atx-500-watts-noga_0.jpg" id="292" name="Google Shape;292;p27"/>
          <p:cNvPicPr preferRelativeResize="0"/>
          <p:nvPr/>
        </p:nvPicPr>
        <p:blipFill rotWithShape="1">
          <a:blip r:embed="rId3">
            <a:alphaModFix/>
          </a:blip>
          <a:srcRect b="0" l="0" r="0" t="0"/>
          <a:stretch/>
        </p:blipFill>
        <p:spPr>
          <a:xfrm>
            <a:off x="157975" y="938297"/>
            <a:ext cx="4290200" cy="2826924"/>
          </a:xfrm>
          <a:prstGeom prst="rect">
            <a:avLst/>
          </a:prstGeom>
          <a:noFill/>
          <a:ln>
            <a:noFill/>
          </a:ln>
        </p:spPr>
      </p:pic>
      <p:pic>
        <p:nvPicPr>
          <p:cNvPr id="293" name="Google Shape;293;p27"/>
          <p:cNvPicPr preferRelativeResize="0"/>
          <p:nvPr/>
        </p:nvPicPr>
        <p:blipFill rotWithShape="1">
          <a:blip r:embed="rId4">
            <a:alphaModFix/>
          </a:blip>
          <a:srcRect b="0" l="0" r="0" t="0"/>
          <a:stretch/>
        </p:blipFill>
        <p:spPr>
          <a:xfrm>
            <a:off x="1433512" y="152400"/>
            <a:ext cx="6276975" cy="495300"/>
          </a:xfrm>
          <a:prstGeom prst="rect">
            <a:avLst/>
          </a:prstGeom>
          <a:noFill/>
          <a:ln>
            <a:noFill/>
          </a:ln>
        </p:spPr>
      </p:pic>
      <p:sp>
        <p:nvSpPr>
          <p:cNvPr id="294" name="Google Shape;294;p27"/>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Desarrollador de Software</a:t>
            </a:r>
            <a:endParaRPr/>
          </a:p>
        </p:txBody>
      </p:sp>
      <p:sp>
        <p:nvSpPr>
          <p:cNvPr id="295" name="Google Shape;295;p27"/>
          <p:cNvSpPr txBox="1"/>
          <p:nvPr/>
        </p:nvSpPr>
        <p:spPr>
          <a:xfrm>
            <a:off x="4524375" y="1360875"/>
            <a:ext cx="4595400" cy="2180700"/>
          </a:xfrm>
          <a:prstGeom prst="rect">
            <a:avLst/>
          </a:prstGeom>
          <a:noFill/>
          <a:ln>
            <a:noFill/>
          </a:ln>
        </p:spPr>
        <p:txBody>
          <a:bodyPr anchorCtr="0" anchor="t" bIns="91425" lIns="91425" spcFirstLastPara="1" rIns="91425" wrap="square" tIns="91425">
            <a:noAutofit/>
          </a:bodyPr>
          <a:lstStyle/>
          <a:p>
            <a:pPr indent="0" lvl="0" marL="0" marR="0" rtl="0" algn="just">
              <a:lnSpc>
                <a:spcPct val="150000"/>
              </a:lnSpc>
              <a:spcBef>
                <a:spcPts val="0"/>
              </a:spcBef>
              <a:spcAft>
                <a:spcPts val="0"/>
              </a:spcAft>
              <a:buClr>
                <a:srgbClr val="000000"/>
              </a:buClr>
              <a:buSzPts val="1500"/>
              <a:buFont typeface="Roboto"/>
              <a:buNone/>
            </a:pPr>
            <a:r>
              <a:rPr b="0" i="0" lang="es" sz="1500" u="none" cap="none" strike="noStrike">
                <a:solidFill>
                  <a:srgbClr val="000000"/>
                </a:solidFill>
                <a:latin typeface="Roboto"/>
                <a:ea typeface="Roboto"/>
                <a:cs typeface="Roboto"/>
                <a:sym typeface="Roboto"/>
              </a:rPr>
              <a:t>En electrónica, la fuente de alimentación o fuente de poder es el dispositivo que convierte la corriente alterna (CA), en una o varias corrientes continuas (CC), que alimentan los distintos circuitos del aparato electrónico al que se conecta (computadora, televisor, impresora, router, etc.).</a:t>
            </a:r>
            <a:endParaRPr/>
          </a:p>
          <a:p>
            <a:pPr indent="0" lvl="0" marL="0" marR="0" rtl="0" algn="l">
              <a:lnSpc>
                <a:spcPct val="150000"/>
              </a:lnSpc>
              <a:spcBef>
                <a:spcPts val="0"/>
              </a:spcBef>
              <a:spcAft>
                <a:spcPts val="0"/>
              </a:spcAft>
              <a:buClr>
                <a:srgbClr val="000000"/>
              </a:buClr>
              <a:buSzPts val="1500"/>
              <a:buFont typeface="Arial"/>
              <a:buNone/>
            </a:pPr>
            <a:r>
              <a:t/>
            </a:r>
            <a:endParaRPr b="0" i="0" sz="1500" u="none" cap="none" strike="noStrike">
              <a:solidFill>
                <a:srgbClr val="000000"/>
              </a:solidFill>
              <a:latin typeface="Roboto"/>
              <a:ea typeface="Roboto"/>
              <a:cs typeface="Roboto"/>
              <a:sym typeface="Roboto"/>
            </a:endParaRPr>
          </a:p>
        </p:txBody>
      </p:sp>
      <p:sp>
        <p:nvSpPr>
          <p:cNvPr id="296" name="Google Shape;296;p27"/>
          <p:cNvSpPr txBox="1"/>
          <p:nvPr>
            <p:ph type="ctrTitle"/>
          </p:nvPr>
        </p:nvSpPr>
        <p:spPr>
          <a:xfrm>
            <a:off x="297425" y="291300"/>
            <a:ext cx="8641800" cy="989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Font typeface="Arial"/>
              <a:buNone/>
            </a:pPr>
            <a:r>
              <a:rPr lang="es" sz="4000">
                <a:solidFill>
                  <a:schemeClr val="accent6"/>
                </a:solidFill>
              </a:rPr>
              <a:t>Fuente de alimentación</a:t>
            </a:r>
            <a:endParaRPr/>
          </a:p>
        </p:txBody>
      </p:sp>
      <p:sp>
        <p:nvSpPr>
          <p:cNvPr id="297" name="Google Shape;297;p27"/>
          <p:cNvSpPr txBox="1"/>
          <p:nvPr/>
        </p:nvSpPr>
        <p:spPr>
          <a:xfrm>
            <a:off x="157975" y="3465375"/>
            <a:ext cx="8886900" cy="1526400"/>
          </a:xfrm>
          <a:prstGeom prst="rect">
            <a:avLst/>
          </a:prstGeom>
          <a:noFill/>
          <a:ln>
            <a:noFill/>
          </a:ln>
        </p:spPr>
        <p:txBody>
          <a:bodyPr anchorCtr="0" anchor="t" bIns="91425" lIns="91425" spcFirstLastPara="1" rIns="91425" wrap="square" tIns="91425">
            <a:noAutofit/>
          </a:bodyPr>
          <a:lstStyle/>
          <a:p>
            <a:pPr indent="0" lvl="0" marL="0" marR="0" rtl="0" algn="just">
              <a:lnSpc>
                <a:spcPct val="150000"/>
              </a:lnSpc>
              <a:spcBef>
                <a:spcPts val="0"/>
              </a:spcBef>
              <a:spcAft>
                <a:spcPts val="0"/>
              </a:spcAft>
              <a:buClr>
                <a:srgbClr val="000000"/>
              </a:buClr>
              <a:buSzPts val="1500"/>
              <a:buFont typeface="Roboto"/>
              <a:buNone/>
            </a:pPr>
            <a:r>
              <a:rPr b="0" i="0" lang="es" sz="1500" u="none" cap="none" strike="noStrike">
                <a:solidFill>
                  <a:srgbClr val="000000"/>
                </a:solidFill>
                <a:latin typeface="Roboto"/>
                <a:ea typeface="Roboto"/>
                <a:cs typeface="Roboto"/>
                <a:sym typeface="Roboto"/>
              </a:rPr>
              <a:t>La electricidad que llega hasta nuestros hogares u oficinas es del tipo conocido como "corriente alterna" y es suministrada habitualmente con una tensión (o voltaje) que suele ser de alrededor de 115 o 230 voltios. Este tipo de corriente no es en absoluto adecuada para alimentar equipos electrónicos, y más concretamente dispositivos informáticos, en dónde es necesario trabajar con "corriente continua" y voltajes mucho más bajos.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pic>
        <p:nvPicPr>
          <p:cNvPr id="302" name="Google Shape;302;p28"/>
          <p:cNvPicPr preferRelativeResize="0"/>
          <p:nvPr/>
        </p:nvPicPr>
        <p:blipFill rotWithShape="1">
          <a:blip r:embed="rId3">
            <a:alphaModFix/>
          </a:blip>
          <a:srcRect b="0" l="0" r="0" t="0"/>
          <a:stretch/>
        </p:blipFill>
        <p:spPr>
          <a:xfrm>
            <a:off x="1433512" y="152400"/>
            <a:ext cx="6276975" cy="495300"/>
          </a:xfrm>
          <a:prstGeom prst="rect">
            <a:avLst/>
          </a:prstGeom>
          <a:noFill/>
          <a:ln>
            <a:noFill/>
          </a:ln>
        </p:spPr>
      </p:pic>
      <p:sp>
        <p:nvSpPr>
          <p:cNvPr id="303" name="Google Shape;303;p28"/>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Desarrollador de Software</a:t>
            </a:r>
            <a:endParaRPr/>
          </a:p>
        </p:txBody>
      </p:sp>
      <p:sp>
        <p:nvSpPr>
          <p:cNvPr id="304" name="Google Shape;304;p28"/>
          <p:cNvSpPr txBox="1"/>
          <p:nvPr/>
        </p:nvSpPr>
        <p:spPr>
          <a:xfrm>
            <a:off x="2912600" y="951250"/>
            <a:ext cx="6131100" cy="3842100"/>
          </a:xfrm>
          <a:prstGeom prst="rect">
            <a:avLst/>
          </a:prstGeom>
          <a:noFill/>
          <a:ln>
            <a:noFill/>
          </a:ln>
        </p:spPr>
        <p:txBody>
          <a:bodyPr anchorCtr="0" anchor="t" bIns="91425" lIns="91425" spcFirstLastPara="1" rIns="91425" wrap="square" tIns="91425">
            <a:noAutofit/>
          </a:bodyPr>
          <a:lstStyle/>
          <a:p>
            <a:pPr indent="0" lvl="0" marL="0" marR="0" rtl="0" algn="just">
              <a:lnSpc>
                <a:spcPct val="150000"/>
              </a:lnSpc>
              <a:spcBef>
                <a:spcPts val="0"/>
              </a:spcBef>
              <a:spcAft>
                <a:spcPts val="0"/>
              </a:spcAft>
              <a:buClr>
                <a:srgbClr val="000000"/>
              </a:buClr>
              <a:buSzPts val="1500"/>
              <a:buFont typeface="Roboto"/>
              <a:buNone/>
            </a:pPr>
            <a:br>
              <a:rPr b="0" i="0" lang="es" sz="1500" u="none" cap="none" strike="noStrike">
                <a:solidFill>
                  <a:srgbClr val="000000"/>
                </a:solidFill>
                <a:latin typeface="Roboto"/>
                <a:ea typeface="Roboto"/>
                <a:cs typeface="Roboto"/>
                <a:sym typeface="Roboto"/>
              </a:rPr>
            </a:br>
            <a:r>
              <a:rPr b="0" i="0" lang="es" sz="1500" u="none" cap="none" strike="noStrike">
                <a:solidFill>
                  <a:srgbClr val="000000"/>
                </a:solidFill>
                <a:latin typeface="Roboto"/>
                <a:ea typeface="Roboto"/>
                <a:cs typeface="Roboto"/>
                <a:sym typeface="Roboto"/>
              </a:rPr>
              <a:t>Por tanto, este dispositivo es el que se encarga de "reducir" el voltaje (mediante un transformador) y posteriormente convertir la corriente alterna en continua (con un puente de diodos) para finalmente  filtrarla (mediante condensadores electrolíticos). </a:t>
            </a:r>
            <a:br>
              <a:rPr b="0" i="0" lang="es" sz="1500" u="none" cap="none" strike="noStrike">
                <a:solidFill>
                  <a:srgbClr val="000000"/>
                </a:solidFill>
                <a:latin typeface="Roboto"/>
                <a:ea typeface="Roboto"/>
                <a:cs typeface="Roboto"/>
                <a:sym typeface="Roboto"/>
              </a:rPr>
            </a:br>
            <a:r>
              <a:rPr b="0" i="0" lang="es" sz="1500" u="none" cap="none" strike="noStrike">
                <a:solidFill>
                  <a:schemeClr val="dk1"/>
                </a:solidFill>
                <a:latin typeface="Roboto"/>
                <a:ea typeface="Roboto"/>
                <a:cs typeface="Roboto"/>
                <a:sym typeface="Roboto"/>
              </a:rPr>
              <a:t>También encontraremos los cables de alimentación para las unidades de almacenamiento tales como discos, CD-ROM, etc. En general suelen ser 4 conectores. También existían uno o dos para la disquetera y por último el que alimenta la placa base, que en las placas ATX es un único conector y en las AT son dos conectores, normalmente marcados como P8 y P9. Que se debían conectar de una forma dado para no tener inconvenientes. Color negro al centro.</a:t>
            </a:r>
            <a:endParaRPr/>
          </a:p>
          <a:p>
            <a:pPr indent="0" lvl="0" marL="0" marR="0" rtl="0" algn="just">
              <a:lnSpc>
                <a:spcPct val="150000"/>
              </a:lnSpc>
              <a:spcBef>
                <a:spcPts val="0"/>
              </a:spcBef>
              <a:spcAft>
                <a:spcPts val="0"/>
              </a:spcAft>
              <a:buClr>
                <a:srgbClr val="000000"/>
              </a:buClr>
              <a:buSzPts val="1500"/>
              <a:buFont typeface="Roboto"/>
              <a:buNone/>
            </a:pPr>
            <a:br>
              <a:rPr b="0" i="0" lang="es" sz="1500" u="none" cap="none" strike="noStrike">
                <a:solidFill>
                  <a:srgbClr val="000000"/>
                </a:solidFill>
                <a:latin typeface="Roboto"/>
                <a:ea typeface="Roboto"/>
                <a:cs typeface="Roboto"/>
                <a:sym typeface="Roboto"/>
              </a:rPr>
            </a:br>
            <a:endParaRPr/>
          </a:p>
          <a:p>
            <a:pPr indent="0" lvl="0" marL="0" marR="0" rtl="0" algn="l">
              <a:lnSpc>
                <a:spcPct val="150000"/>
              </a:lnSpc>
              <a:spcBef>
                <a:spcPts val="0"/>
              </a:spcBef>
              <a:spcAft>
                <a:spcPts val="0"/>
              </a:spcAft>
              <a:buClr>
                <a:srgbClr val="000000"/>
              </a:buClr>
              <a:buSzPts val="1500"/>
              <a:buFont typeface="Arial"/>
              <a:buNone/>
            </a:pPr>
            <a:r>
              <a:t/>
            </a:r>
            <a:endParaRPr b="0" i="0" sz="1500" u="none" cap="none" strike="noStrike">
              <a:solidFill>
                <a:srgbClr val="000000"/>
              </a:solidFill>
              <a:latin typeface="Roboto"/>
              <a:ea typeface="Roboto"/>
              <a:cs typeface="Roboto"/>
              <a:sym typeface="Roboto"/>
            </a:endParaRPr>
          </a:p>
        </p:txBody>
      </p:sp>
      <p:sp>
        <p:nvSpPr>
          <p:cNvPr id="305" name="Google Shape;305;p28"/>
          <p:cNvSpPr txBox="1"/>
          <p:nvPr>
            <p:ph type="ctrTitle"/>
          </p:nvPr>
        </p:nvSpPr>
        <p:spPr>
          <a:xfrm>
            <a:off x="297425" y="367500"/>
            <a:ext cx="8641800" cy="989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Font typeface="Arial"/>
              <a:buNone/>
            </a:pPr>
            <a:r>
              <a:rPr lang="es" sz="4000">
                <a:solidFill>
                  <a:schemeClr val="accent6"/>
                </a:solidFill>
              </a:rPr>
              <a:t>Fuente de alimentación</a:t>
            </a:r>
            <a:endParaRPr/>
          </a:p>
        </p:txBody>
      </p:sp>
      <p:pic>
        <p:nvPicPr>
          <p:cNvPr descr="at.jpg" id="306" name="Google Shape;306;p28"/>
          <p:cNvPicPr preferRelativeResize="0"/>
          <p:nvPr/>
        </p:nvPicPr>
        <p:blipFill rotWithShape="1">
          <a:blip r:embed="rId4">
            <a:alphaModFix/>
          </a:blip>
          <a:srcRect b="0" l="0" r="0" t="0"/>
          <a:stretch/>
        </p:blipFill>
        <p:spPr>
          <a:xfrm>
            <a:off x="254571" y="2115525"/>
            <a:ext cx="2709200" cy="17197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pic>
        <p:nvPicPr>
          <p:cNvPr id="311" name="Google Shape;311;p29"/>
          <p:cNvPicPr preferRelativeResize="0"/>
          <p:nvPr/>
        </p:nvPicPr>
        <p:blipFill rotWithShape="1">
          <a:blip r:embed="rId3">
            <a:alphaModFix/>
          </a:blip>
          <a:srcRect b="0" l="0" r="0" t="0"/>
          <a:stretch/>
        </p:blipFill>
        <p:spPr>
          <a:xfrm>
            <a:off x="1433512" y="152400"/>
            <a:ext cx="6276975" cy="495300"/>
          </a:xfrm>
          <a:prstGeom prst="rect">
            <a:avLst/>
          </a:prstGeom>
          <a:noFill/>
          <a:ln>
            <a:noFill/>
          </a:ln>
        </p:spPr>
      </p:pic>
      <p:sp>
        <p:nvSpPr>
          <p:cNvPr id="312" name="Google Shape;312;p29"/>
          <p:cNvSpPr txBox="1"/>
          <p:nvPr/>
        </p:nvSpPr>
        <p:spPr>
          <a:xfrm>
            <a:off x="1433525" y="152400"/>
            <a:ext cx="4048500" cy="36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s" sz="1400" u="none" cap="none" strike="noStrike">
                <a:solidFill>
                  <a:srgbClr val="000000"/>
                </a:solidFill>
                <a:latin typeface="Arial"/>
                <a:ea typeface="Arial"/>
                <a:cs typeface="Arial"/>
                <a:sym typeface="Arial"/>
              </a:rPr>
              <a:t>DSW - Desarrollador de Software</a:t>
            </a:r>
            <a:endParaRPr/>
          </a:p>
        </p:txBody>
      </p:sp>
      <p:sp>
        <p:nvSpPr>
          <p:cNvPr id="313" name="Google Shape;313;p29"/>
          <p:cNvSpPr txBox="1"/>
          <p:nvPr/>
        </p:nvSpPr>
        <p:spPr>
          <a:xfrm>
            <a:off x="210700" y="1280700"/>
            <a:ext cx="8909100" cy="35889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500"/>
              <a:buFont typeface="Roboto"/>
              <a:buNone/>
            </a:pPr>
            <a:r>
              <a:rPr b="1" i="0" lang="es" sz="1500" u="none" cap="none" strike="noStrike">
                <a:solidFill>
                  <a:schemeClr val="dk1"/>
                </a:solidFill>
                <a:latin typeface="Roboto"/>
                <a:ea typeface="Roboto"/>
                <a:cs typeface="Roboto"/>
                <a:sym typeface="Roboto"/>
              </a:rPr>
              <a:t>AT</a:t>
            </a:r>
            <a:r>
              <a:rPr b="0" i="0" lang="es" sz="1500" u="none" cap="none" strike="noStrike">
                <a:solidFill>
                  <a:schemeClr val="dk1"/>
                </a:solidFill>
                <a:latin typeface="Roboto"/>
                <a:ea typeface="Roboto"/>
                <a:cs typeface="Roboto"/>
                <a:sym typeface="Roboto"/>
              </a:rPr>
              <a:t> son las siglas de ("Advanced Technology") ó tecnología avanzada, que se refiere a un estándar de dispositivos introducidos al mercado a inicios de los años 80´s que reemplazó a una tecnología denominada </a:t>
            </a:r>
            <a:r>
              <a:rPr b="1" i="0" lang="es" sz="1500" u="none" cap="none" strike="noStrike">
                <a:solidFill>
                  <a:schemeClr val="dk1"/>
                </a:solidFill>
                <a:latin typeface="Roboto"/>
                <a:ea typeface="Roboto"/>
                <a:cs typeface="Roboto"/>
                <a:sym typeface="Roboto"/>
              </a:rPr>
              <a:t>XT</a:t>
            </a:r>
            <a:r>
              <a:rPr b="0" i="0" lang="es" sz="1500" u="none" cap="none" strike="noStrike">
                <a:solidFill>
                  <a:schemeClr val="dk1"/>
                </a:solidFill>
                <a:latin typeface="Roboto"/>
                <a:ea typeface="Roboto"/>
                <a:cs typeface="Roboto"/>
                <a:sym typeface="Roboto"/>
              </a:rPr>
              <a:t> ("eXtended Technology") ó tecnología extendida. </a:t>
            </a:r>
            <a:br>
              <a:rPr b="0" i="0" lang="es" sz="1500" u="none" cap="none" strike="noStrike">
                <a:solidFill>
                  <a:schemeClr val="dk1"/>
                </a:solidFill>
                <a:latin typeface="Roboto"/>
                <a:ea typeface="Roboto"/>
                <a:cs typeface="Roboto"/>
                <a:sym typeface="Roboto"/>
              </a:rPr>
            </a:br>
            <a:r>
              <a:rPr b="0" i="0" lang="es" sz="1500" u="none" cap="none" strike="noStrike">
                <a:solidFill>
                  <a:schemeClr val="dk1"/>
                </a:solidFill>
                <a:latin typeface="Roboto"/>
                <a:ea typeface="Roboto"/>
                <a:cs typeface="Roboto"/>
                <a:sym typeface="Roboto"/>
              </a:rPr>
              <a:t>La fuente AT es un dispositivo que se acopla en el gabinete de la computadora y que se encarga básicamente del suministro correcto de corriente para nuestra PC, actualmente está en desuso y fue sustituida por la tecnología de fuentes de alimentación </a:t>
            </a:r>
            <a:r>
              <a:rPr b="1" i="0" lang="es" sz="1500" u="none" cap="none" strike="noStrike">
                <a:solidFill>
                  <a:schemeClr val="dk1"/>
                </a:solidFill>
                <a:latin typeface="Roboto"/>
                <a:ea typeface="Roboto"/>
                <a:cs typeface="Roboto"/>
                <a:sym typeface="Roboto"/>
              </a:rPr>
              <a:t>ATX</a:t>
            </a:r>
            <a:r>
              <a:rPr b="0" i="0" lang="es" sz="1500" u="none" cap="none" strike="noStrike">
                <a:solidFill>
                  <a:schemeClr val="dk1"/>
                </a:solidFill>
                <a:latin typeface="Roboto"/>
                <a:ea typeface="Roboto"/>
                <a:cs typeface="Roboto"/>
                <a:sym typeface="Roboto"/>
              </a:rPr>
              <a:t>.</a:t>
            </a:r>
            <a:br>
              <a:rPr b="0" i="0" lang="es" sz="1500" u="none" cap="none" strike="noStrike">
                <a:solidFill>
                  <a:schemeClr val="dk1"/>
                </a:solidFill>
                <a:latin typeface="Roboto"/>
                <a:ea typeface="Roboto"/>
                <a:cs typeface="Roboto"/>
                <a:sym typeface="Roboto"/>
              </a:rPr>
            </a:br>
            <a:r>
              <a:rPr b="0" i="0" lang="es" sz="1500" u="none" cap="none" strike="noStrike">
                <a:solidFill>
                  <a:schemeClr val="dk1"/>
                </a:solidFill>
                <a:latin typeface="Roboto"/>
                <a:ea typeface="Roboto"/>
                <a:cs typeface="Roboto"/>
                <a:sym typeface="Roboto"/>
              </a:rPr>
              <a:t>Estas fuentes, al ser más nuevas, traen incorporadas un conector para el microprocesador de un voltaje específico. Las fuentes ATX se apagan por software, es decir, automáticamente. Una vez que queremos apagar la computadora, cuando ya finalizó el apagado, la fuente también lo hace automáticamente, no desde un botón como si lo hace la fuente AT.</a:t>
            </a:r>
            <a:br>
              <a:rPr b="0" i="0" lang="es" sz="1500" u="none" cap="none" strike="noStrike">
                <a:solidFill>
                  <a:srgbClr val="000000"/>
                </a:solidFill>
                <a:latin typeface="Roboto"/>
                <a:ea typeface="Roboto"/>
                <a:cs typeface="Roboto"/>
                <a:sym typeface="Roboto"/>
              </a:rPr>
            </a:br>
            <a:endParaRPr/>
          </a:p>
        </p:txBody>
      </p:sp>
      <p:sp>
        <p:nvSpPr>
          <p:cNvPr id="314" name="Google Shape;314;p29"/>
          <p:cNvSpPr txBox="1"/>
          <p:nvPr>
            <p:ph type="ctrTitle"/>
          </p:nvPr>
        </p:nvSpPr>
        <p:spPr>
          <a:xfrm>
            <a:off x="297425" y="291300"/>
            <a:ext cx="8641800" cy="989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Font typeface="Arial"/>
              <a:buNone/>
            </a:pPr>
            <a:r>
              <a:rPr lang="es" sz="4000">
                <a:solidFill>
                  <a:schemeClr val="accent6"/>
                </a:solidFill>
              </a:rPr>
              <a:t>Fuente de alimentación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light">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light-2">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
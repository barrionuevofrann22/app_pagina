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DA50A-6A1E-4D1C-A85B-5BB64F039D23}" type="datetimeFigureOut">
              <a:rPr lang="es-AR" smtClean="0"/>
              <a:t>03/04/2017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013F-0D3C-44ED-A35E-5E0972AEAE54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DA50A-6A1E-4D1C-A85B-5BB64F039D23}" type="datetimeFigureOut">
              <a:rPr lang="es-AR" smtClean="0"/>
              <a:t>03/04/2017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013F-0D3C-44ED-A35E-5E0972AEAE54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DA50A-6A1E-4D1C-A85B-5BB64F039D23}" type="datetimeFigureOut">
              <a:rPr lang="es-AR" smtClean="0"/>
              <a:t>03/04/2017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013F-0D3C-44ED-A35E-5E0972AEAE54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DA50A-6A1E-4D1C-A85B-5BB64F039D23}" type="datetimeFigureOut">
              <a:rPr lang="es-AR" smtClean="0"/>
              <a:t>03/04/2017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013F-0D3C-44ED-A35E-5E0972AEAE54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DA50A-6A1E-4D1C-A85B-5BB64F039D23}" type="datetimeFigureOut">
              <a:rPr lang="es-AR" smtClean="0"/>
              <a:t>03/04/2017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013F-0D3C-44ED-A35E-5E0972AEAE54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DA50A-6A1E-4D1C-A85B-5BB64F039D23}" type="datetimeFigureOut">
              <a:rPr lang="es-AR" smtClean="0"/>
              <a:t>03/04/2017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013F-0D3C-44ED-A35E-5E0972AEAE54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DA50A-6A1E-4D1C-A85B-5BB64F039D23}" type="datetimeFigureOut">
              <a:rPr lang="es-AR" smtClean="0"/>
              <a:t>03/04/2017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013F-0D3C-44ED-A35E-5E0972AEAE54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DA50A-6A1E-4D1C-A85B-5BB64F039D23}" type="datetimeFigureOut">
              <a:rPr lang="es-AR" smtClean="0"/>
              <a:t>03/04/2017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013F-0D3C-44ED-A35E-5E0972AEAE54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DA50A-6A1E-4D1C-A85B-5BB64F039D23}" type="datetimeFigureOut">
              <a:rPr lang="es-AR" smtClean="0"/>
              <a:t>03/04/2017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013F-0D3C-44ED-A35E-5E0972AEAE54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DA50A-6A1E-4D1C-A85B-5BB64F039D23}" type="datetimeFigureOut">
              <a:rPr lang="es-AR" smtClean="0"/>
              <a:t>03/04/2017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013F-0D3C-44ED-A35E-5E0972AEAE54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DA50A-6A1E-4D1C-A85B-5BB64F039D23}" type="datetimeFigureOut">
              <a:rPr lang="es-AR" smtClean="0"/>
              <a:t>03/04/2017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C013F-0D3C-44ED-A35E-5E0972AEAE54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>
            <a:alpha val="58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DA50A-6A1E-4D1C-A85B-5BB64F039D23}" type="datetimeFigureOut">
              <a:rPr lang="es-AR" smtClean="0"/>
              <a:t>03/04/2017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C013F-0D3C-44ED-A35E-5E0972AEAE54}" type="slidenum">
              <a:rPr lang="es-AR" smtClean="0"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980728"/>
            <a:ext cx="8229485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047" y="1027757"/>
            <a:ext cx="8120409" cy="4777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984502"/>
            <a:ext cx="6147926" cy="2740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2" descr="http://smartkids101.com/wp-content/uploads/2014/06/5-Ss-Polite-Kids-101-ver-sion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AutoShape 2" descr="Resultado de imagen para introducing yoursel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2" cstate="print">
            <a:lum bright="-20000"/>
          </a:blip>
          <a:srcRect/>
          <a:stretch>
            <a:fillRect/>
          </a:stretch>
        </p:blipFill>
        <p:spPr bwMode="auto">
          <a:xfrm>
            <a:off x="2555776" y="1484784"/>
            <a:ext cx="3816424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0</Words>
  <Application>Microsoft Office PowerPoint</Application>
  <PresentationFormat>Presentación en pantalla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Tema de Office</vt:lpstr>
      <vt:lpstr>Diapositiva 1</vt:lpstr>
      <vt:lpstr>Diapositiva 2</vt:lpstr>
      <vt:lpstr>Diapositiva 3</vt:lpstr>
      <vt:lpstr>Diapositiva 4</vt:lpstr>
      <vt:lpstr>Diapositiva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federico</dc:creator>
  <cp:lastModifiedBy>federico</cp:lastModifiedBy>
  <cp:revision>5</cp:revision>
  <dcterms:created xsi:type="dcterms:W3CDTF">2017-04-04T02:38:58Z</dcterms:created>
  <dcterms:modified xsi:type="dcterms:W3CDTF">2017-04-04T03:19:12Z</dcterms:modified>
</cp:coreProperties>
</file>